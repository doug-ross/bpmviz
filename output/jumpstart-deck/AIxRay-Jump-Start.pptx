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1" r:id="rId4"/>
    <p:sldMasterId id="2147483893" r:id="rId5"/>
    <p:sldMasterId id="2147483927" r:id="rId6"/>
    <p:sldMasterId id="2147483932" r:id="rId7"/>
  </p:sldMasterIdLst>
  <p:notesMasterIdLst>
    <p:notesMasterId r:id="rId26"/>
  </p:notesMasterIdLst>
  <p:handoutMasterIdLst>
    <p:handoutMasterId r:id="rId27"/>
  </p:handoutMasterIdLst>
  <p:sldIdLst>
    <p:sldId id="2147470622" r:id="rId8"/>
    <p:sldId id="2147470746" r:id="rId9"/>
    <p:sldId id="2147470747" r:id="rId10"/>
    <p:sldId id="2147470748" r:id="rId11"/>
    <p:sldId id="2147470759" r:id="rId12"/>
    <p:sldId id="2147470749" r:id="rId13"/>
    <p:sldId id="2147470750" r:id="rId14"/>
    <p:sldId id="2147470751" r:id="rId15"/>
    <p:sldId id="2147470752" r:id="rId16"/>
    <p:sldId id="2147470753" r:id="rId17"/>
    <p:sldId id="2147470754" r:id="rId18"/>
    <p:sldId id="2147470755" r:id="rId19"/>
    <p:sldId id="2147470756" r:id="rId20"/>
    <p:sldId id="2147470757" r:id="rId21"/>
    <p:sldId id="2147470758" r:id="rId22"/>
    <p:sldId id="2147470745" r:id="rId23"/>
    <p:sldId id="284" r:id="rId24"/>
    <p:sldId id="285" r:id="rId25"/>
  </p:sldIdLst>
  <p:sldSz cx="12192000" cy="6858000"/>
  <p:notesSz cx="6889750" cy="10021888"/>
  <p:embeddedFontLst>
    <p:embeddedFont>
      <p:font typeface="Ubuntu" panose="020B0504030602030204" pitchFamily="34" charset="0"/>
      <p:regular r:id="rId28"/>
      <p:bold r:id="rId29"/>
      <p:italic r:id="rId30"/>
      <p:boldItalic r:id="rId31"/>
    </p:embeddedFont>
    <p:embeddedFont>
      <p:font typeface="Ubuntu bold" panose="020B0804030602030204" pitchFamily="34" charset="0"/>
      <p:bold r:id="rId32"/>
    </p:embeddedFont>
    <p:embeddedFont>
      <p:font typeface="Ubuntu Light" panose="020B0304030602030204" pitchFamily="34" charset="0"/>
      <p:regular r:id="rId33"/>
      <p:italic r:id="rId34"/>
    </p:embeddedFont>
    <p:embeddedFont>
      <p:font typeface="Ubuntu Mono" panose="020B0509030602030204" pitchFamily="49"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geti 2026 Light" id="{488A36D0-F817-43DA-8CA2-A72C7B05FC36}">
          <p14:sldIdLst>
            <p14:sldId id="2147470622"/>
            <p14:sldId id="2147470746"/>
            <p14:sldId id="2147470747"/>
          </p14:sldIdLst>
        </p14:section>
        <p14:section name="Sogeti 2026 Black" id="{726154E0-C4B0-4C7A-A002-3454B7F2E01B}">
          <p14:sldIdLst>
            <p14:sldId id="2147470748"/>
            <p14:sldId id="2147470759"/>
            <p14:sldId id="2147470749"/>
            <p14:sldId id="2147470750"/>
            <p14:sldId id="2147470751"/>
            <p14:sldId id="2147470752"/>
            <p14:sldId id="2147470753"/>
            <p14:sldId id="2147470754"/>
            <p14:sldId id="2147470755"/>
            <p14:sldId id="2147470756"/>
            <p14:sldId id="2147470757"/>
            <p14:sldId id="2147470758"/>
            <p14:sldId id="2147470745"/>
            <p14:sldId id="284"/>
            <p14:sldId id="28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dward Tilsley" initials="ET" lastIdx="1" clrIdx="0">
    <p:extLst>
      <p:ext uri="{19B8F6BF-5375-455C-9EA6-DF929625EA0E}">
        <p15:presenceInfo xmlns:p15="http://schemas.microsoft.com/office/powerpoint/2012/main" userId="741ae726471751b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619E"/>
    <a:srgbClr val="FF816E"/>
    <a:srgbClr val="FEB100"/>
    <a:srgbClr val="00D5D0"/>
    <a:srgbClr val="FFFFFF"/>
    <a:srgbClr val="212121"/>
    <a:srgbClr val="8F3338"/>
    <a:srgbClr val="C04D00"/>
    <a:srgbClr val="00828F"/>
    <a:srgbClr val="D5D5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DF7B3-C41C-4AFF-839A-49ABA25F246E}" v="2" dt="2026-04-14T13:30:57.2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14.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font" Target="fonts/font2.fntdata"/><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font" Target="fonts/font1.fntdata"/><Relationship Id="rId36" Type="http://schemas.openxmlformats.org/officeDocument/2006/relationships/font" Target="fonts/font9.fntdata"/><Relationship Id="rId49"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NTANILLE, Julie" userId="10e67d98-aae1-4ec7-80b5-a125b1c9bb6e" providerId="ADAL" clId="{6675FDFB-9A84-48DE-ADFC-93E25EDEEC00}"/>
    <pc:docChg chg="undo custSel addSld delSld modSld modSection">
      <pc:chgData name="FONTANILLE, Julie" userId="10e67d98-aae1-4ec7-80b5-a125b1c9bb6e" providerId="ADAL" clId="{6675FDFB-9A84-48DE-ADFC-93E25EDEEC00}" dt="2026-04-14T13:31:08.902" v="13" actId="47"/>
      <pc:docMkLst>
        <pc:docMk/>
      </pc:docMkLst>
      <pc:sldChg chg="addSp delSp modSp new del mod modAnim">
        <pc:chgData name="FONTANILLE, Julie" userId="10e67d98-aae1-4ec7-80b5-a125b1c9bb6e" providerId="ADAL" clId="{6675FDFB-9A84-48DE-ADFC-93E25EDEEC00}" dt="2026-04-14T13:31:08.902" v="13" actId="47"/>
        <pc:sldMkLst>
          <pc:docMk/>
          <pc:sldMk cId="310194848" sldId="2147470753"/>
        </pc:sldMkLst>
        <pc:spChg chg="del">
          <ac:chgData name="FONTANILLE, Julie" userId="10e67d98-aae1-4ec7-80b5-a125b1c9bb6e" providerId="ADAL" clId="{6675FDFB-9A84-48DE-ADFC-93E25EDEEC00}" dt="2026-04-14T09:48:52.647" v="2" actId="931"/>
          <ac:spMkLst>
            <pc:docMk/>
            <pc:sldMk cId="310194848" sldId="2147470753"/>
            <ac:spMk id="2" creationId="{FDA67FE5-5F45-ED1C-7F31-3BBF6D1ADE3F}"/>
          </ac:spMkLst>
        </pc:spChg>
        <pc:spChg chg="del">
          <ac:chgData name="FONTANILLE, Julie" userId="10e67d98-aae1-4ec7-80b5-a125b1c9bb6e" providerId="ADAL" clId="{6675FDFB-9A84-48DE-ADFC-93E25EDEEC00}" dt="2026-04-14T09:49:04.115" v="6" actId="478"/>
          <ac:spMkLst>
            <pc:docMk/>
            <pc:sldMk cId="310194848" sldId="2147470753"/>
            <ac:spMk id="3" creationId="{407A7812-3044-86FC-4DB6-9BCBA60EFDF2}"/>
          </ac:spMkLst>
        </pc:spChg>
        <pc:spChg chg="del mod">
          <ac:chgData name="FONTANILLE, Julie" userId="10e67d98-aae1-4ec7-80b5-a125b1c9bb6e" providerId="ADAL" clId="{6675FDFB-9A84-48DE-ADFC-93E25EDEEC00}" dt="2026-04-14T09:48:58.124" v="3" actId="478"/>
          <ac:spMkLst>
            <pc:docMk/>
            <pc:sldMk cId="310194848" sldId="2147470753"/>
            <ac:spMk id="4" creationId="{6CA12641-F502-C243-8CEF-E207A1D5E309}"/>
          </ac:spMkLst>
        </pc:spChg>
        <pc:spChg chg="add del mod">
          <ac:chgData name="FONTANILLE, Julie" userId="10e67d98-aae1-4ec7-80b5-a125b1c9bb6e" providerId="ADAL" clId="{6675FDFB-9A84-48DE-ADFC-93E25EDEEC00}" dt="2026-04-14T09:49:00.563" v="5" actId="478"/>
          <ac:spMkLst>
            <pc:docMk/>
            <pc:sldMk cId="310194848" sldId="2147470753"/>
            <ac:spMk id="8" creationId="{6B57E50D-48AC-9A43-C939-1A846F7FE1D5}"/>
          </ac:spMkLst>
        </pc:spChg>
        <pc:spChg chg="add mod">
          <ac:chgData name="FONTANILLE, Julie" userId="10e67d98-aae1-4ec7-80b5-a125b1c9bb6e" providerId="ADAL" clId="{6675FDFB-9A84-48DE-ADFC-93E25EDEEC00}" dt="2026-04-14T09:49:12.255" v="7"/>
          <ac:spMkLst>
            <pc:docMk/>
            <pc:sldMk cId="310194848" sldId="2147470753"/>
            <ac:spMk id="9" creationId="{14B55416-9BAB-235F-90A2-FDA6BECCE753}"/>
          </ac:spMkLst>
        </pc:spChg>
        <pc:spChg chg="add mod">
          <ac:chgData name="FONTANILLE, Julie" userId="10e67d98-aae1-4ec7-80b5-a125b1c9bb6e" providerId="ADAL" clId="{6675FDFB-9A84-48DE-ADFC-93E25EDEEC00}" dt="2026-04-14T09:49:12.255" v="7"/>
          <ac:spMkLst>
            <pc:docMk/>
            <pc:sldMk cId="310194848" sldId="2147470753"/>
            <ac:spMk id="10" creationId="{DCD917DD-25E0-9636-BDA8-6B6D9C869536}"/>
          </ac:spMkLst>
        </pc:spChg>
        <pc:picChg chg="add del mod ord">
          <ac:chgData name="FONTANILLE, Julie" userId="10e67d98-aae1-4ec7-80b5-a125b1c9bb6e" providerId="ADAL" clId="{6675FDFB-9A84-48DE-ADFC-93E25EDEEC00}" dt="2026-04-14T09:49:00.563" v="5" actId="478"/>
          <ac:picMkLst>
            <pc:docMk/>
            <pc:sldMk cId="310194848" sldId="2147470753"/>
            <ac:picMk id="6" creationId="{C9D8B70A-5DDE-CCA0-C8A3-36EA1B25FABF}"/>
          </ac:picMkLst>
        </pc:picChg>
        <pc:picChg chg="add mod">
          <ac:chgData name="FONTANILLE, Julie" userId="10e67d98-aae1-4ec7-80b5-a125b1c9bb6e" providerId="ADAL" clId="{6675FDFB-9A84-48DE-ADFC-93E25EDEEC00}" dt="2026-04-14T09:49:12.255" v="7"/>
          <ac:picMkLst>
            <pc:docMk/>
            <pc:sldMk cId="310194848" sldId="2147470753"/>
            <ac:picMk id="11" creationId="{3B379E8A-4DE2-01EE-F7B1-F05580CA4ACB}"/>
          </ac:picMkLst>
        </pc:picChg>
        <pc:picChg chg="add mod">
          <ac:chgData name="FONTANILLE, Julie" userId="10e67d98-aae1-4ec7-80b5-a125b1c9bb6e" providerId="ADAL" clId="{6675FDFB-9A84-48DE-ADFC-93E25EDEEC00}" dt="2026-04-14T09:49:12.255" v="7"/>
          <ac:picMkLst>
            <pc:docMk/>
            <pc:sldMk cId="310194848" sldId="2147470753"/>
            <ac:picMk id="12" creationId="{2CE66DE8-0729-D673-B5A7-F226CAC1B076}"/>
          </ac:picMkLst>
        </pc:picChg>
      </pc:sldChg>
      <pc:sldChg chg="addSp delSp modSp new mod modAnim">
        <pc:chgData name="FONTANILLE, Julie" userId="10e67d98-aae1-4ec7-80b5-a125b1c9bb6e" providerId="ADAL" clId="{6675FDFB-9A84-48DE-ADFC-93E25EDEEC00}" dt="2026-04-14T13:30:57.267" v="12"/>
        <pc:sldMkLst>
          <pc:docMk/>
          <pc:sldMk cId="3512281806" sldId="2147470754"/>
        </pc:sldMkLst>
        <pc:spChg chg="del">
          <ac:chgData name="FONTANILLE, Julie" userId="10e67d98-aae1-4ec7-80b5-a125b1c9bb6e" providerId="ADAL" clId="{6675FDFB-9A84-48DE-ADFC-93E25EDEEC00}" dt="2026-04-14T13:30:42.725" v="9" actId="931"/>
          <ac:spMkLst>
            <pc:docMk/>
            <pc:sldMk cId="3512281806" sldId="2147470754"/>
            <ac:spMk id="2" creationId="{87FF3789-3963-DDB3-A0EE-BD66FDE89AC7}"/>
          </ac:spMkLst>
        </pc:spChg>
        <pc:spChg chg="del">
          <ac:chgData name="FONTANILLE, Julie" userId="10e67d98-aae1-4ec7-80b5-a125b1c9bb6e" providerId="ADAL" clId="{6675FDFB-9A84-48DE-ADFC-93E25EDEEC00}" dt="2026-04-14T13:30:55.682" v="11" actId="478"/>
          <ac:spMkLst>
            <pc:docMk/>
            <pc:sldMk cId="3512281806" sldId="2147470754"/>
            <ac:spMk id="4" creationId="{247E1C50-541A-D860-3294-5AD3EE0D7490}"/>
          </ac:spMkLst>
        </pc:spChg>
        <pc:spChg chg="del">
          <ac:chgData name="FONTANILLE, Julie" userId="10e67d98-aae1-4ec7-80b5-a125b1c9bb6e" providerId="ADAL" clId="{6675FDFB-9A84-48DE-ADFC-93E25EDEEC00}" dt="2026-04-14T13:30:51.703" v="10" actId="478"/>
          <ac:spMkLst>
            <pc:docMk/>
            <pc:sldMk cId="3512281806" sldId="2147470754"/>
            <ac:spMk id="5" creationId="{337D696A-81B8-C3B9-AB8D-A4C3F997F9AB}"/>
          </ac:spMkLst>
        </pc:spChg>
        <pc:spChg chg="add mod">
          <ac:chgData name="FONTANILLE, Julie" userId="10e67d98-aae1-4ec7-80b5-a125b1c9bb6e" providerId="ADAL" clId="{6675FDFB-9A84-48DE-ADFC-93E25EDEEC00}" dt="2026-04-14T13:30:57.267" v="12"/>
          <ac:spMkLst>
            <pc:docMk/>
            <pc:sldMk cId="3512281806" sldId="2147470754"/>
            <ac:spMk id="8" creationId="{202756E4-350D-21DA-045B-C4D484FC8C6E}"/>
          </ac:spMkLst>
        </pc:spChg>
        <pc:spChg chg="add mod">
          <ac:chgData name="FONTANILLE, Julie" userId="10e67d98-aae1-4ec7-80b5-a125b1c9bb6e" providerId="ADAL" clId="{6675FDFB-9A84-48DE-ADFC-93E25EDEEC00}" dt="2026-04-14T13:30:57.267" v="12"/>
          <ac:spMkLst>
            <pc:docMk/>
            <pc:sldMk cId="3512281806" sldId="2147470754"/>
            <ac:spMk id="9" creationId="{7C08AE3E-8D70-A1DE-BF41-6F51D149FC08}"/>
          </ac:spMkLst>
        </pc:spChg>
        <pc:picChg chg="add mod ord">
          <ac:chgData name="FONTANILLE, Julie" userId="10e67d98-aae1-4ec7-80b5-a125b1c9bb6e" providerId="ADAL" clId="{6675FDFB-9A84-48DE-ADFC-93E25EDEEC00}" dt="2026-04-14T13:30:42.725" v="9" actId="931"/>
          <ac:picMkLst>
            <pc:docMk/>
            <pc:sldMk cId="3512281806" sldId="2147470754"/>
            <ac:picMk id="7" creationId="{42123D75-E2C1-C25D-D5F1-6642C082ACA2}"/>
          </ac:picMkLst>
        </pc:picChg>
        <pc:picChg chg="add mod">
          <ac:chgData name="FONTANILLE, Julie" userId="10e67d98-aae1-4ec7-80b5-a125b1c9bb6e" providerId="ADAL" clId="{6675FDFB-9A84-48DE-ADFC-93E25EDEEC00}" dt="2026-04-14T13:30:57.267" v="12"/>
          <ac:picMkLst>
            <pc:docMk/>
            <pc:sldMk cId="3512281806" sldId="2147470754"/>
            <ac:picMk id="10" creationId="{9884DE79-444F-4C3F-6D1B-FE3C525CC84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4D85B26-453F-48C1-B603-F869670B0E6A}"/>
              </a:ext>
            </a:extLst>
          </p:cNvPr>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 name="Espace réservé de la date 2">
            <a:extLst>
              <a:ext uri="{FF2B5EF4-FFF2-40B4-BE49-F238E27FC236}">
                <a16:creationId xmlns:a16="http://schemas.microsoft.com/office/drawing/2014/main" id="{477C16CD-F9A2-4127-9C77-B17CDB5D1B8F}"/>
              </a:ext>
            </a:extLst>
          </p:cNvPr>
          <p:cNvSpPr>
            <a:spLocks noGrp="1"/>
          </p:cNvSpPr>
          <p:nvPr>
            <p:ph type="dt" sz="quarter" idx="1"/>
          </p:nvPr>
        </p:nvSpPr>
        <p:spPr>
          <a:xfrm>
            <a:off x="3902597" y="0"/>
            <a:ext cx="2985558" cy="502835"/>
          </a:xfrm>
          <a:prstGeom prst="rect">
            <a:avLst/>
          </a:prstGeom>
        </p:spPr>
        <p:txBody>
          <a:bodyPr vert="horz" lIns="96634" tIns="48317" rIns="96634" bIns="48317" rtlCol="0"/>
          <a:lstStyle>
            <a:lvl1pPr algn="r">
              <a:defRPr sz="1300"/>
            </a:lvl1pPr>
          </a:lstStyle>
          <a:p>
            <a:fld id="{AA807ED3-1C1E-45A3-B263-28EEB8F2C2DC}" type="datetimeFigureOut">
              <a:rPr lang="en-US" sz="1000">
                <a:latin typeface="Verdana" panose="020B0604030504040204" pitchFamily="34" charset="0"/>
                <a:ea typeface="Verdana" panose="020B0604030504040204" pitchFamily="34" charset="0"/>
                <a:cs typeface="Verdana" panose="020B0604030504040204" pitchFamily="34" charset="0"/>
              </a:rPr>
              <a:t>10/19/2026</a:t>
            </a:fld>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4" name="Espace réservé du pied de page 3">
            <a:extLst>
              <a:ext uri="{FF2B5EF4-FFF2-40B4-BE49-F238E27FC236}">
                <a16:creationId xmlns:a16="http://schemas.microsoft.com/office/drawing/2014/main" id="{A9B6E5EA-587C-4A68-BD79-614A5F021B38}"/>
              </a:ext>
            </a:extLst>
          </p:cNvPr>
          <p:cNvSpPr>
            <a:spLocks noGrp="1"/>
          </p:cNvSpPr>
          <p:nvPr>
            <p:ph type="ftr" sz="quarter" idx="2"/>
          </p:nvPr>
        </p:nvSpPr>
        <p:spPr>
          <a:xfrm>
            <a:off x="0" y="9519055"/>
            <a:ext cx="2985558" cy="502834"/>
          </a:xfrm>
          <a:prstGeom prst="rect">
            <a:avLst/>
          </a:prstGeom>
        </p:spPr>
        <p:txBody>
          <a:bodyPr vert="horz" lIns="96634" tIns="48317" rIns="96634" bIns="48317" rtlCol="0" anchor="b"/>
          <a:lstStyle>
            <a:lvl1pPr algn="l">
              <a:defRPr sz="1300"/>
            </a:lvl1pPr>
          </a:lstStyle>
          <a:p>
            <a:endParaRPr lang="en-US" sz="800">
              <a:latin typeface="Verdana" panose="020B0604030504040204" pitchFamily="34" charset="0"/>
              <a:ea typeface="Verdana" panose="020B0604030504040204" pitchFamily="34" charset="0"/>
              <a:cs typeface="Verdana" panose="020B0604030504040204" pitchFamily="34" charset="0"/>
            </a:endParaRPr>
          </a:p>
        </p:txBody>
      </p:sp>
      <p:sp>
        <p:nvSpPr>
          <p:cNvPr id="5" name="Espace réservé du numéro de diapositive 4">
            <a:extLst>
              <a:ext uri="{FF2B5EF4-FFF2-40B4-BE49-F238E27FC236}">
                <a16:creationId xmlns:a16="http://schemas.microsoft.com/office/drawing/2014/main" id="{ABDCBE23-E298-468B-B168-00672B1D8BAA}"/>
              </a:ext>
            </a:extLst>
          </p:cNvPr>
          <p:cNvSpPr>
            <a:spLocks noGrp="1"/>
          </p:cNvSpPr>
          <p:nvPr>
            <p:ph type="sldNum" sz="quarter" idx="3"/>
          </p:nvPr>
        </p:nvSpPr>
        <p:spPr>
          <a:xfrm>
            <a:off x="3902597" y="9519055"/>
            <a:ext cx="2985558" cy="502834"/>
          </a:xfrm>
          <a:prstGeom prst="rect">
            <a:avLst/>
          </a:prstGeom>
        </p:spPr>
        <p:txBody>
          <a:bodyPr vert="horz" lIns="96634" tIns="48317" rIns="96634" bIns="48317" rtlCol="0" anchor="b"/>
          <a:lstStyle>
            <a:lvl1pPr algn="r">
              <a:defRPr sz="1300"/>
            </a:lvl1pPr>
          </a:lstStyle>
          <a:p>
            <a:fld id="{7701F5FB-EA78-4691-9C6E-E25BC34A6AA9}" type="slidenum">
              <a:rPr lang="en-US" sz="800">
                <a:latin typeface="Verdana" panose="020B0604030504040204" pitchFamily="34" charset="0"/>
                <a:ea typeface="Verdana" panose="020B0604030504040204" pitchFamily="34" charset="0"/>
                <a:cs typeface="Verdana" panose="020B0604030504040204" pitchFamily="34" charset="0"/>
              </a:rPr>
              <a:t>‹#›</a:t>
            </a:fld>
            <a:endParaRPr lang="en-US" sz="80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41799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US"/>
          </a:p>
        </p:txBody>
      </p:sp>
      <p:sp>
        <p:nvSpPr>
          <p:cNvPr id="3" name="Espace réservé de la date 2"/>
          <p:cNvSpPr>
            <a:spLocks noGrp="1"/>
          </p:cNvSpPr>
          <p:nvPr>
            <p:ph type="dt" idx="1"/>
          </p:nvPr>
        </p:nvSpPr>
        <p:spPr>
          <a:xfrm>
            <a:off x="3902597" y="0"/>
            <a:ext cx="2985558" cy="502835"/>
          </a:xfrm>
          <a:prstGeom prst="rect">
            <a:avLst/>
          </a:prstGeom>
        </p:spPr>
        <p:txBody>
          <a:bodyPr vert="horz" lIns="96634" tIns="48317" rIns="96634" bIns="48317" rtlCol="0"/>
          <a:lstStyle>
            <a:lvl1pPr algn="r">
              <a:defRPr sz="1300"/>
            </a:lvl1pPr>
          </a:lstStyle>
          <a:p>
            <a:fld id="{AC93EFDE-9D0C-4956-9DCB-E143770E48D6}" type="datetimeFigureOut">
              <a:rPr lang="en-US" smtClean="0"/>
              <a:t>10/19/2026</a:t>
            </a:fld>
            <a:endParaRPr lang="en-US"/>
          </a:p>
        </p:txBody>
      </p:sp>
      <p:sp>
        <p:nvSpPr>
          <p:cNvPr id="4" name="Espace réservé de l'image des diapositives 3"/>
          <p:cNvSpPr>
            <a:spLocks noGrp="1" noRot="1" noChangeAspect="1"/>
          </p:cNvSpPr>
          <p:nvPr>
            <p:ph type="sldImg" idx="2"/>
          </p:nvPr>
        </p:nvSpPr>
        <p:spPr>
          <a:xfrm>
            <a:off x="438150" y="1252538"/>
            <a:ext cx="6013450" cy="3382962"/>
          </a:xfrm>
          <a:prstGeom prst="rect">
            <a:avLst/>
          </a:prstGeom>
          <a:noFill/>
          <a:ln w="12700">
            <a:solidFill>
              <a:prstClr val="black"/>
            </a:solidFill>
          </a:ln>
        </p:spPr>
        <p:txBody>
          <a:bodyPr vert="horz" lIns="96634" tIns="48317" rIns="96634" bIns="48317" rtlCol="0" anchor="ctr"/>
          <a:lstStyle/>
          <a:p>
            <a:endParaRPr lang="en-US"/>
          </a:p>
        </p:txBody>
      </p:sp>
      <p:sp>
        <p:nvSpPr>
          <p:cNvPr id="5" name="Espace réservé des notes 4"/>
          <p:cNvSpPr>
            <a:spLocks noGrp="1"/>
          </p:cNvSpPr>
          <p:nvPr>
            <p:ph type="body" sz="quarter" idx="3"/>
          </p:nvPr>
        </p:nvSpPr>
        <p:spPr>
          <a:xfrm>
            <a:off x="688975" y="4823034"/>
            <a:ext cx="5511800" cy="3946118"/>
          </a:xfrm>
          <a:prstGeom prst="rect">
            <a:avLst/>
          </a:prstGeom>
        </p:spPr>
        <p:txBody>
          <a:bodyPr vert="horz" lIns="96634" tIns="48317" rIns="96634" bIns="48317"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9519055"/>
            <a:ext cx="2985558" cy="502834"/>
          </a:xfrm>
          <a:prstGeom prst="rect">
            <a:avLst/>
          </a:prstGeom>
        </p:spPr>
        <p:txBody>
          <a:bodyPr vert="horz" lIns="96634" tIns="48317" rIns="96634" bIns="48317" rtlCol="0" anchor="b"/>
          <a:lstStyle>
            <a:lvl1pPr algn="l">
              <a:defRPr sz="1300"/>
            </a:lvl1pPr>
          </a:lstStyle>
          <a:p>
            <a:endParaRPr lang="en-US"/>
          </a:p>
        </p:txBody>
      </p:sp>
      <p:sp>
        <p:nvSpPr>
          <p:cNvPr id="7" name="Espace réservé du numéro de diapositive 6"/>
          <p:cNvSpPr>
            <a:spLocks noGrp="1"/>
          </p:cNvSpPr>
          <p:nvPr>
            <p:ph type="sldNum" sz="quarter" idx="5"/>
          </p:nvPr>
        </p:nvSpPr>
        <p:spPr>
          <a:xfrm>
            <a:off x="3902597" y="9519055"/>
            <a:ext cx="2985558" cy="502834"/>
          </a:xfrm>
          <a:prstGeom prst="rect">
            <a:avLst/>
          </a:prstGeom>
        </p:spPr>
        <p:txBody>
          <a:bodyPr vert="horz" lIns="96634" tIns="48317" rIns="96634" bIns="48317" rtlCol="0" anchor="b"/>
          <a:lstStyle>
            <a:lvl1pPr algn="r">
              <a:defRPr sz="1300"/>
            </a:lvl1pPr>
          </a:lstStyle>
          <a:p>
            <a:fld id="{013F1D40-ED04-45EB-A18F-DAAE205A228F}" type="slidenum">
              <a:rPr lang="en-US" smtClean="0"/>
              <a:t>‹#›</a:t>
            </a:fld>
            <a:endParaRPr lang="en-US"/>
          </a:p>
        </p:txBody>
      </p:sp>
    </p:spTree>
    <p:extLst>
      <p:ext uri="{BB962C8B-B14F-4D97-AF65-F5344CB8AC3E}">
        <p14:creationId xmlns:p14="http://schemas.microsoft.com/office/powerpoint/2010/main" val="574425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making the time. Today I want to show you how we use a tool called AIxRay inside our Jump Start workshops. The idea is simple. Before we talk about where AI could help, we put one of your real processes on the screen, agree how it works today, and then design how it could work with supervised AI. By the end of this conversation I hope you will have a clear picture of what the workshop looks like and what you would take away from it.</a:t>
            </a:r>
          </a:p>
        </p:txBody>
      </p:sp>
      <p:sp>
        <p:nvSpPr>
          <p:cNvPr id="4" name="Slide Number Placeholder 3"/>
          <p:cNvSpPr>
            <a:spLocks noGrp="1"/>
          </p:cNvSpPr>
          <p:nvPr>
            <p:ph type="sldNum" sz="quarter" idx="5"/>
          </p:nvPr>
        </p:nvSpPr>
        <p:spPr/>
        <p:txBody>
          <a:bodyPr/>
          <a:lstStyle/>
          <a:p>
            <a:fld id="{013F1D40-ED04-45EB-A18F-DAAE205A228F}" type="slidenum">
              <a:rPr lang="en-US" smtClean="0"/>
              <a:t>1</a:t>
            </a:fld>
            <a:endParaRPr lang="en-US"/>
          </a:p>
        </p:txBody>
      </p:sp>
    </p:spTree>
    <p:extLst>
      <p:ext uri="{BB962C8B-B14F-4D97-AF65-F5344CB8AC3E}">
        <p14:creationId xmlns:p14="http://schemas.microsoft.com/office/powerpoint/2010/main" val="1241291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start with the short version. Many AI conversations stall because nobody can point to where the work actually happens, who does it, and what a change would be worth. In a Jump Start, we take one of your processes and work through it with the people who run it, in three conversations. First we understand it, including the exceptions. Then we reimagine it, trying simpler fixes before AI, and writing down the approvals and fallbacks for every AI step. Then we evaluate it, with estimates built on assumptions everyone in the room can see and challenge. You leave with an agreed model of today, a future design, a ranked list of opportunities and a pilot brief with named owners.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start with the process at all? In our experience three things get in the way. First, the knowledge of how work really moves sits with people, and the documents often disagree with each other. Second, without a shared view of the steps, AI opportunities stay abstract. It is hard to say where AI genuinely helps, where a simpler change would do, and where people need to stay in control. And third, business cases are hard to trust when nobody can see the volumes, effort and costs behind them, or which of those numbers were measured and which were guessed.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AIxRay</a:t>
            </a:r>
            <a:r>
              <a:rPr lang="en-US" dirty="0"/>
              <a:t> makes AI tangible using a shared view of a real process. Start with process evidence, business context, and workshop assumptions. Separate what is known from what needs validation. In the routine illustration, human-led coordination relies on manual handoffs, repeated checks, and rebuilding case context. The supervised AI and automation model validates context, proposes a fulfillment plan, retains explicit human authorization, executes physical work, reconciles events, and resolves issues with the right context. Explore cycle time, human effort, operating cost, and </a:t>
            </a:r>
            <a:r>
              <a:rPr lang="en-US" dirty="0" err="1"/>
              <a:t>redeployable</a:t>
            </a:r>
            <a:r>
              <a:rPr lang="en-US" dirty="0"/>
              <a:t> capacity using central estimates, planning ranges, and validation gaps. Approvals, permissions, audit evidence, and escalation stay visible. All modeled outcomes are directional and require validation. Ask the audience which process they would like to put under the </a:t>
            </a:r>
            <a:r>
              <a:rPr lang="en-US" dirty="0" err="1"/>
              <a:t>AIxRay</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62CAD-4307-EC4B-2415-96A7AF5C8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383E1-1C63-A276-4BAF-A29B0BE0E18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8DAD0A6-BA70-B163-E78C-72533D5128C6}"/>
              </a:ext>
            </a:extLst>
          </p:cNvPr>
          <p:cNvSpPr>
            <a:spLocks noGrp="1"/>
          </p:cNvSpPr>
          <p:nvPr>
            <p:ph type="body" sz="quarter" idx="3"/>
          </p:nvPr>
        </p:nvSpPr>
        <p:spPr/>
        <p:txBody>
          <a:bodyPr/>
          <a:lstStyle/>
          <a:p>
            <a:r>
              <a:t>AIxRay is the workbench we use to deal with those three problems. It plays a case through your process step by step, on one screen that the whole room can follow. When someone raises a problem or an idea, we record it on the step where it came up. It lets us compare today's process with a future design on the same clock. Every figure it shows comes with its formula and inputs, and each input is labeled by how much we actually know about it. And it runs in the browser from local files, so there is no server, no account and nothing to install on your side. What you see here is a demonstration example from insurance underwriting.</a:t>
            </a:r>
          </a:p>
        </p:txBody>
      </p:sp>
      <p:sp>
        <p:nvSpPr>
          <p:cNvPr id="4" name="Slide Number Placeholder 3">
            <a:extLst>
              <a:ext uri="{FF2B5EF4-FFF2-40B4-BE49-F238E27FC236}">
                <a16:creationId xmlns:a16="http://schemas.microsoft.com/office/drawing/2014/main" id="{E860E3BE-E8E4-E9B3-620B-AABCA0EADFC8}"/>
              </a:ext>
            </a:extLst>
          </p:cNvPr>
          <p:cNvSpPr>
            <a:spLocks noGrp="1"/>
          </p:cNvSpPr>
          <p:nvPr>
            <p:ph type="sldNum" sz="quarter" idx="5"/>
          </p:nvPr>
        </p:nvSpPr>
        <p:spPr/>
      </p:sp>
    </p:spTree>
    <p:extLst>
      <p:ext uri="{BB962C8B-B14F-4D97-AF65-F5344CB8AC3E}">
        <p14:creationId xmlns:p14="http://schemas.microsoft.com/office/powerpoint/2010/main" val="1892673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it fits into the Jump Start. Before we meet, we gather the material you already have, and where it exists a system event log, and we draft a first model. The workshop itself is three conversations. In Understand, we walk routine cases and exceptions with the people who do the work and correct the model live. In Reimagine, we look at removing, simplifying and connecting steps before we add automation or AI, and we design the controls for each AI step. In Evaluate, we model cycle time, effort and cost against today's baseline and rank the opportunities. Afterwards, we agree a checkpoint, produce the pilot brief and report, and send a review form to anyone who could not attend.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conversation is about agreeing how the work runs today. We start from the evidence you already have. AI can help us draft a first model from your documents, and our team reviews that draft before you ever see it. In the room, we walk the routine case first and then the exceptions, and the participants choose each branch. When a pain point, a question or a decision comes up, we record it on that exact step and give it an owner. And every step shows where it came from and whether you have confirmed it, so we keep what we know apart from what we still need to check.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conversation is about the future. We deliberately ask whether a simpler change would do the job before reaching for automation or AI: removing a step, simplifying it, standardizing it or connecting two systems. Once we start designing, today's process is locked as a baseline, so it cannot quietly drift. Every future alternative records which steps changed, were added or were removed, and why. Then we play both versions side by side on the same clock, and the room can see where time, handoffs and waiting fall away.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Whenever automation or AI takes on a step, we design its controls at the same time. On the right is an example from a synthetic workshop: an AI step that checks whether an application is complete. We write down what triggers it, the rules and limits it works within, who approves its output, what happens when it fails or is unsure, how we will test it, and who owns it. Those controls stay attached to the design and carry through into the pilot brief and its acceptance criteria. The aim is that people keep the decisions that need judgment.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third conversation is about value. We look at four measures: cycle time, human effort, operating cost and the capacity that is freed up. The important part is how those numbers are built. Every figure shows its formula and its inputs, and each input is labeled as illustrative, provided, measured or confirmed. If an input is missing, the result stays blank rather than quietly assuming zero. And a sensitivity view shows which assumptions move the result the most, which tells us what to validate first. These are directional estimates to support a decision, not guaranteed results.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there we turn the findings into a plan. Each opportunity carries a small business case, which means we can compare them on the same terms. We place them by value against effort, which separates quick wins from major projects, fill-ins and ideas we should reconsider. Then we group them into delivery waves: what to do now, including the first supervised AI pilot, what comes next, and what comes later. Each wave carries a running total built from the same formulas.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workshop gives you estimates, but it does not have to stop there. If your workflow, ticketing or core system can export an event log, we can load it into the same model and see how the process actually runs: how many cases reach each step, how long each step takes and which paths cases follow. Later, a log from before a change and one from after can be compared step by step, with the caveats stated alongside. Only aggregates are kept, so no individual events, case IDs or names are stored.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do you take away? An agreed model of your current process with its sources and open questions. A future-state design compared against that baseline, with a reason for every change. A prioritized list of opportunities grouped into waves. A pilot brief with the automation designs, their controls, acceptance criteria and owners. A printable report, plus a review form your wider stakeholders can use to confirm or dispute each step. And exports into the tools your teams already use: PowerPoint, BPMN, and a Jira, Azure DevOps or Excel backlog.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word on your data, because I know it matters. AIxRay runs from local files, and when it is opened from disk it makes no network requests at all. Using AI to draft material is optional. It only runs on approved commercial plans with the project lead's approval, and every AI draft stays out of reports and exports until a person has reviewed it. Findings marked sensitive are left out by default, and review forms carry only what we choose to include. Where your material includes personal or regulated data, we agree how to handle it with your data protection officer before the workshop starts.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get ready, we need four things from you. A candidate process with a clear start and end, and a business owner who wants it improved. The people who run that work day to day, plus a decision maker who can sign off the checkpoint. Whatever evidence you already have, and an event log if one exists. And rough figures for volumes, effort, waiting time and cost. Estimates are perfectly fine; we label them as assumptions and test which ones actually matter.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29FE2-F8E6-4B5D-E7FD-916783787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641D0-85E8-E3F9-B27D-DB6C58B7C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8E968-95DF-5D53-6BB5-A822B9335697}"/>
              </a:ext>
            </a:extLst>
          </p:cNvPr>
          <p:cNvSpPr>
            <a:spLocks noGrp="1"/>
          </p:cNvSpPr>
          <p:nvPr>
            <p:ph type="body" idx="1"/>
          </p:nvPr>
        </p:nvSpPr>
        <p:spPr/>
        <p:txBody>
          <a:bodyPr/>
          <a:lstStyle/>
          <a:p>
            <a:r>
              <a:t>Which brings me to the question I would like us to leave with: which process should we put under the AIxRay? If we can agree on a candidate together, confirm who should be in the room and when, and you can share the material you already have, we will prepare a first model before we meet. Thank you. I am happy to take questions, or to show you the tool live.</a:t>
            </a:r>
          </a:p>
        </p:txBody>
      </p:sp>
      <p:sp>
        <p:nvSpPr>
          <p:cNvPr id="4" name="Slide Number Placeholder 3">
            <a:extLst>
              <a:ext uri="{FF2B5EF4-FFF2-40B4-BE49-F238E27FC236}">
                <a16:creationId xmlns:a16="http://schemas.microsoft.com/office/drawing/2014/main" id="{6AC999F1-17F3-33C3-09A2-030CFDD6AAC0}"/>
              </a:ext>
            </a:extLst>
          </p:cNvPr>
          <p:cNvSpPr>
            <a:spLocks noGrp="1"/>
          </p:cNvSpPr>
          <p:nvPr>
            <p:ph type="sldNum" sz="quarter" idx="5"/>
          </p:nvPr>
        </p:nvSpPr>
        <p:spPr/>
        <p:txBody>
          <a:bodyPr/>
          <a:lstStyle/>
          <a:p>
            <a:fld id="{013F1D40-ED04-45EB-A18F-DAAE205A228F}" type="slidenum">
              <a:rPr lang="en-US" smtClean="0"/>
              <a:t>16</a:t>
            </a:fld>
            <a:endParaRPr lang="en-US"/>
          </a:p>
        </p:txBody>
      </p:sp>
    </p:spTree>
    <p:extLst>
      <p:ext uri="{BB962C8B-B14F-4D97-AF65-F5344CB8AC3E}">
        <p14:creationId xmlns:p14="http://schemas.microsoft.com/office/powerpoint/2010/main" val="2940531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finish, a word about us. Sogeti is part of the Capgemini Group, and we focus on making technology simple and impactful, with AI-driven solutions across quality engineering and testing, data and cloud. AIxRay is one of the ways we help clients turn ideas into action quickly.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I look forward to choosing the first process with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hyperlink" Target="https://www.youtube.com/channel/UC9vbc9OpkYZ9hru94oFzTQQ?" TargetMode="External"/><Relationship Id="rId3" Type="http://schemas.openxmlformats.org/officeDocument/2006/relationships/hyperlink" Target="http://www.sogeti.com/" TargetMode="External"/><Relationship Id="rId7"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hyperlink" Target="https://www.linkedin.com/company/sogeti/" TargetMode="External"/><Relationship Id="rId10" Type="http://schemas.microsoft.com/office/2007/relationships/hdphoto" Target="../media/hdphoto2.wdp"/><Relationship Id="rId4" Type="http://schemas.openxmlformats.org/officeDocument/2006/relationships/hyperlink" Target="http://www.capgemini.com/" TargetMode="External"/><Relationship Id="rId9"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sogeti.com/" TargetMode="External"/><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Master" Target="../slideMasters/slideMaster2.xml"/><Relationship Id="rId6" Type="http://schemas.openxmlformats.org/officeDocument/2006/relationships/hyperlink" Target="https://www.youtube.com/channel/UC9vbc9OpkYZ9hru94oFzTQQ?" TargetMode="External"/><Relationship Id="rId5" Type="http://schemas.openxmlformats.org/officeDocument/2006/relationships/image" Target="../media/image15.png"/><Relationship Id="rId4" Type="http://schemas.openxmlformats.org/officeDocument/2006/relationships/hyperlink" Target="https://www.linkedin.com/company/sogeti/" TargetMode="External"/><Relationship Id="rId9" Type="http://schemas.openxmlformats.org/officeDocument/2006/relationships/hyperlink" Target="http://www.capgemini.com/" TargetMode="External"/></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www.sogeti.com/" TargetMode="External"/><Relationship Id="rId7" Type="http://schemas.openxmlformats.org/officeDocument/2006/relationships/hyperlink" Target="https://www.youtube.com/channel/UC9vbc9OpkYZ9hru94oFzTQQ?" TargetMode="External"/><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hyperlink" Target="https://www.linkedin.com/company/sogeti/" TargetMode="External"/><Relationship Id="rId4" Type="http://schemas.openxmlformats.org/officeDocument/2006/relationships/hyperlink" Target="http://www.capgemini.com/" TargetMode="Externa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full background image">
    <p:bg>
      <p:bgPr>
        <a:solidFill>
          <a:schemeClr val="bg2">
            <a:lumMod val="95000"/>
          </a:schemeClr>
        </a:solidFill>
        <a:effectLst/>
      </p:bgPr>
    </p:bg>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CF934CB5-3763-DB7F-50C5-1DA95C95FBD6}"/>
              </a:ext>
            </a:extLst>
          </p:cNvPr>
          <p:cNvSpPr>
            <a:spLocks noGrp="1"/>
          </p:cNvSpPr>
          <p:nvPr>
            <p:ph type="pic" sz="quarter" idx="10" hasCustomPrompt="1"/>
          </p:nvPr>
        </p:nvSpPr>
        <p:spPr>
          <a:xfrm>
            <a:off x="0" y="0"/>
            <a:ext cx="12192000" cy="6858000"/>
          </a:xfrm>
          <a:solidFill>
            <a:schemeClr val="bg2">
              <a:lumMod val="95000"/>
            </a:schemeClr>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7" name="Shape">
            <a:extLst>
              <a:ext uri="{FF2B5EF4-FFF2-40B4-BE49-F238E27FC236}">
                <a16:creationId xmlns:a16="http://schemas.microsoft.com/office/drawing/2014/main" id="{A9FDC929-2800-B211-3935-5555A8B3D3B9}"/>
              </a:ext>
            </a:extLst>
          </p:cNvPr>
          <p:cNvSpPr>
            <a:spLocks noGrp="1"/>
          </p:cNvSpPr>
          <p:nvPr>
            <p:ph type="body" sz="quarter" idx="11" hasCustomPrompt="1"/>
          </p:nvPr>
        </p:nvSpPr>
        <p:spPr>
          <a:xfrm>
            <a:off x="604838" y="-19050"/>
            <a:ext cx="4615590" cy="6165304"/>
          </a:xfrm>
          <a:custGeom>
            <a:avLst/>
            <a:gdLst>
              <a:gd name="connsiteX0" fmla="*/ 0 w 4615590"/>
              <a:gd name="connsiteY0" fmla="*/ 0 h 6165304"/>
              <a:gd name="connsiteX1" fmla="*/ 4615590 w 4615590"/>
              <a:gd name="connsiteY1" fmla="*/ 0 h 6165304"/>
              <a:gd name="connsiteX2" fmla="*/ 4614693 w 4615590"/>
              <a:gd name="connsiteY2" fmla="*/ 3380591 h 6165304"/>
              <a:gd name="connsiteX3" fmla="*/ 2618204 w 4615590"/>
              <a:gd name="connsiteY3" fmla="*/ 5733064 h 6165304"/>
              <a:gd name="connsiteX4" fmla="*/ 0 w 4615590"/>
              <a:gd name="connsiteY4" fmla="*/ 6165304 h 6165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5590" h="6165304">
                <a:moveTo>
                  <a:pt x="0" y="0"/>
                </a:moveTo>
                <a:lnTo>
                  <a:pt x="4615590" y="0"/>
                </a:lnTo>
                <a:lnTo>
                  <a:pt x="4614693" y="3380591"/>
                </a:lnTo>
                <a:cubicBezTo>
                  <a:pt x="4614336" y="4547587"/>
                  <a:pt x="3769589" y="5543050"/>
                  <a:pt x="2618204" y="5733064"/>
                </a:cubicBezTo>
                <a:lnTo>
                  <a:pt x="0" y="6165304"/>
                </a:lnTo>
                <a:close/>
              </a:path>
            </a:pathLst>
          </a:custGeom>
          <a:solidFill>
            <a:schemeClr val="tx2"/>
          </a:solidFill>
        </p:spPr>
        <p:txBody>
          <a:bodyPr wrap="square" lIns="601200" tIns="3816000" rIns="144000">
            <a:noAutofit/>
          </a:bodyPr>
          <a:lstStyle>
            <a:lvl1pPr>
              <a:defRPr sz="2000">
                <a:solidFill>
                  <a:schemeClr val="accent1"/>
                </a:solidFill>
              </a:defRPr>
            </a:lvl1pPr>
            <a:lvl2pPr marL="0" indent="0">
              <a:buNone/>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 </a:t>
            </a:r>
          </a:p>
        </p:txBody>
      </p:sp>
      <p:sp>
        <p:nvSpPr>
          <p:cNvPr id="3" name="Subtitle">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06288" y="3820990"/>
            <a:ext cx="3521560" cy="2159545"/>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Subtitle/name/role here</a:t>
            </a:r>
          </a:p>
        </p:txBody>
      </p:sp>
      <p:sp>
        <p:nvSpPr>
          <p:cNvPr id="12" name="Title">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1204108" y="1653891"/>
            <a:ext cx="3667756" cy="20747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Title of the presentation</a:t>
            </a:r>
          </a:p>
        </p:txBody>
      </p:sp>
      <p:sp>
        <p:nvSpPr>
          <p:cNvPr id="9" name="Logo">
            <a:extLst>
              <a:ext uri="{FF2B5EF4-FFF2-40B4-BE49-F238E27FC236}">
                <a16:creationId xmlns:a16="http://schemas.microsoft.com/office/drawing/2014/main" id="{98A9A76E-3F3B-ABA5-433A-A41F56D0A8F0}"/>
              </a:ext>
            </a:extLst>
          </p:cNvPr>
          <p:cNvSpPr>
            <a:spLocks noGrp="1"/>
          </p:cNvSpPr>
          <p:nvPr>
            <p:ph type="body" sz="quarter" idx="13" hasCustomPrompt="1"/>
          </p:nvPr>
        </p:nvSpPr>
        <p:spPr>
          <a:xfrm>
            <a:off x="1198029" y="603123"/>
            <a:ext cx="1766627" cy="912434"/>
          </a:xfrm>
          <a:blipFill dpi="0" rotWithShape="1">
            <a:blip r:embed="rId2"/>
            <a:srcRect/>
            <a:stretch>
              <a:fillRect l="1000" t="1000" r="1000" b="1000"/>
            </a:stretch>
          </a:blipFill>
        </p:spPr>
        <p:txBody>
          <a:bodyPr vert="horz" lIns="0" tIns="0" rIns="0" bIns="0" rtlCol="0">
            <a:noAutofit/>
          </a:bodyPr>
          <a:lstStyle>
            <a:lvl1pPr>
              <a:defRPr lang="en-GB" sz="1400" smtClean="0">
                <a:solidFill>
                  <a:schemeClr val="bg1"/>
                </a:solidFill>
              </a:defRPr>
            </a:lvl1pPr>
            <a:lvl2pPr>
              <a:defRPr lang="en-GB" sz="1400" smtClean="0">
                <a:solidFill>
                  <a:schemeClr val="tx2"/>
                </a:solidFill>
              </a:defRPr>
            </a:lvl2pPr>
            <a:lvl3pPr>
              <a:defRPr lang="en-GB" sz="1200" smtClean="0">
                <a:solidFill>
                  <a:schemeClr val="tx2"/>
                </a:solidFill>
              </a:defRPr>
            </a:lvl3pPr>
            <a:lvl4pPr>
              <a:defRPr lang="en-GB" sz="1100" smtClean="0">
                <a:solidFill>
                  <a:schemeClr val="tx2"/>
                </a:solidFill>
              </a:defRPr>
            </a:lvl4pPr>
            <a:lvl5pPr>
              <a:defRPr lang="en-GB" sz="1100">
                <a:solidFill>
                  <a:schemeClr val="tx2"/>
                </a:solidFill>
              </a:defRPr>
            </a:lvl5pPr>
          </a:lstStyle>
          <a:p>
            <a:pPr lvl="0"/>
            <a:r>
              <a:rPr lang="en-GB"/>
              <a:t> </a:t>
            </a:r>
          </a:p>
        </p:txBody>
      </p:sp>
      <p:pic>
        <p:nvPicPr>
          <p:cNvPr id="2" name="Picture 1" descr="A picture containing text, sign&#10;&#10;Description automatically generated">
            <a:extLst>
              <a:ext uri="{FF2B5EF4-FFF2-40B4-BE49-F238E27FC236}">
                <a16:creationId xmlns:a16="http://schemas.microsoft.com/office/drawing/2014/main" id="{A01E04E1-FEA6-A231-2BDD-E555B1A141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432704" y="6162690"/>
            <a:ext cx="719984" cy="719984"/>
          </a:xfrm>
          <a:prstGeom prst="rect">
            <a:avLst/>
          </a:prstGeom>
        </p:spPr>
      </p:pic>
      <p:pic>
        <p:nvPicPr>
          <p:cNvPr id="4" name="Picture 3" descr="A picture containing text, sign, yellow&#10;&#10;Description automatically generated">
            <a:extLst>
              <a:ext uri="{FF2B5EF4-FFF2-40B4-BE49-F238E27FC236}">
                <a16:creationId xmlns:a16="http://schemas.microsoft.com/office/drawing/2014/main" id="{D94F996E-452E-8AB8-1A75-25A5617B2B9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32704" y="5551691"/>
            <a:ext cx="719984" cy="719984"/>
          </a:xfrm>
          <a:prstGeom prst="rect">
            <a:avLst/>
          </a:prstGeom>
        </p:spPr>
      </p:pic>
      <p:pic>
        <p:nvPicPr>
          <p:cNvPr id="6" name="Picture 5" descr="A picture containing text, sign&#10;&#10;Description automatically generated">
            <a:extLst>
              <a:ext uri="{FF2B5EF4-FFF2-40B4-BE49-F238E27FC236}">
                <a16:creationId xmlns:a16="http://schemas.microsoft.com/office/drawing/2014/main" id="{6F0CB9FD-D98C-FED4-B465-8269E04D231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432704" y="4940691"/>
            <a:ext cx="719984" cy="719984"/>
          </a:xfrm>
          <a:prstGeom prst="rect">
            <a:avLst/>
          </a:prstGeom>
        </p:spPr>
      </p:pic>
      <p:pic>
        <p:nvPicPr>
          <p:cNvPr id="8" name="Picture 7" descr="A picture containing text, sign, outdoor&#10;&#10;Description automatically generated">
            <a:extLst>
              <a:ext uri="{FF2B5EF4-FFF2-40B4-BE49-F238E27FC236}">
                <a16:creationId xmlns:a16="http://schemas.microsoft.com/office/drawing/2014/main" id="{88FE1BCB-5186-6460-CACF-816F2BDA5E8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2432704" y="4329691"/>
            <a:ext cx="719234" cy="719984"/>
          </a:xfrm>
          <a:prstGeom prst="rect">
            <a:avLst/>
          </a:prstGeom>
        </p:spPr>
      </p:pic>
      <p:sp>
        <p:nvSpPr>
          <p:cNvPr id="11" name="TextBox 10">
            <a:extLst>
              <a:ext uri="{FF2B5EF4-FFF2-40B4-BE49-F238E27FC236}">
                <a16:creationId xmlns:a16="http://schemas.microsoft.com/office/drawing/2014/main" id="{22CE9FBB-64F7-90FF-CDFF-D55C9557FCA4}"/>
              </a:ext>
            </a:extLst>
          </p:cNvPr>
          <p:cNvSpPr txBox="1"/>
          <p:nvPr userDrawn="1"/>
        </p:nvSpPr>
        <p:spPr>
          <a:xfrm>
            <a:off x="12395649" y="3803174"/>
            <a:ext cx="791242" cy="442035"/>
          </a:xfrm>
          <a:prstGeom prst="rect">
            <a:avLst/>
          </a:prstGeom>
        </p:spPr>
        <p:txBody>
          <a:bodyPr vert="horz" wrap="square" lIns="36000" tIns="36000" rIns="36000" bIns="36000" rtlCol="0">
            <a:spAutoFit/>
          </a:bodyPr>
          <a:lstStyle/>
          <a:p>
            <a:pPr marL="0" indent="0" algn="ctr">
              <a:spcAft>
                <a:spcPts val="1200"/>
              </a:spcAft>
              <a:buFont typeface="Wingdings" panose="05000000000000000000" pitchFamily="2" charset="2"/>
              <a:buNone/>
            </a:pPr>
            <a:r>
              <a:rPr lang="en-GB" sz="800"/>
              <a:t>Move the SEC badge into the corner</a:t>
            </a:r>
          </a:p>
        </p:txBody>
      </p:sp>
    </p:spTree>
    <p:extLst>
      <p:ext uri="{BB962C8B-B14F-4D97-AF65-F5344CB8AC3E}">
        <p14:creationId xmlns:p14="http://schemas.microsoft.com/office/powerpoint/2010/main" val="373115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42" presetClass="path" presetSubtype="0" decel="76000" fill="hold" grpId="1" nodeType="withEffect">
                                  <p:stCondLst>
                                    <p:cond delay="250"/>
                                  </p:stCondLst>
                                  <p:childTnLst>
                                    <p:animMotion origin="layout" path="M -2.5E-6 -0.30255 L -2.5E-6 2.96296E-6 " pathEditMode="relative" rAng="0" ptsTypes="AA">
                                      <p:cBhvr>
                                        <p:cTn id="12" dur="2000" fill="hold"/>
                                        <p:tgtEl>
                                          <p:spTgt spid="7"/>
                                        </p:tgtEl>
                                        <p:attrNameLst>
                                          <p:attrName>ppt_x</p:attrName>
                                          <p:attrName>ppt_y</p:attrName>
                                        </p:attrNameLst>
                                      </p:cBhvr>
                                      <p:rCtr x="0" y="15116"/>
                                    </p:animMotion>
                                  </p:childTnLst>
                                </p:cTn>
                              </p:par>
                              <p:par>
                                <p:cTn id="13" presetID="10" presetClass="entr" presetSubtype="0" fill="hold" grpId="0" nodeType="withEffect">
                                  <p:stCondLst>
                                    <p:cond delay="500"/>
                                  </p:stCondLst>
                                  <p:iterate type="wd">
                                    <p:tmPct val="17600"/>
                                  </p:iterate>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64" presetClass="path" presetSubtype="0" decel="100000" fill="hold" grpId="1" nodeType="withEffect">
                                  <p:stCondLst>
                                    <p:cond delay="500"/>
                                  </p:stCondLst>
                                  <p:iterate type="wd">
                                    <p:tmPct val="17600"/>
                                  </p:iterate>
                                  <p:childTnLst>
                                    <p:animMotion origin="layout" path="M 1.45833E-6 -0.03171 L 1.45833E-6 0.00301 " pathEditMode="relative" rAng="0" ptsTypes="AA">
                                      <p:cBhvr>
                                        <p:cTn id="17" dur="500" fill="hold"/>
                                        <p:tgtEl>
                                          <p:spTgt spid="12"/>
                                        </p:tgtEl>
                                        <p:attrNameLst>
                                          <p:attrName>ppt_x</p:attrName>
                                          <p:attrName>ppt_y</p:attrName>
                                        </p:attrNameLst>
                                      </p:cBhvr>
                                      <p:rCtr x="0" y="1736"/>
                                    </p:animMotion>
                                  </p:childTnLst>
                                </p:cTn>
                              </p:par>
                              <p:par>
                                <p:cTn id="18" presetID="10" presetClass="entr" presetSubtype="0" fill="hold" grpId="0" nodeType="withEffect">
                                  <p:stCondLst>
                                    <p:cond delay="150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tmplLst>
          <p:tmpl>
            <p:tnLst>
              <p:par>
                <p:cTn presetID="10" presetClass="entr" presetSubtype="0"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childTnLst>
                </p:cTn>
              </p:par>
            </p:tnLst>
          </p:tmpl>
        </p:tmplLst>
      </p:bldP>
      <p:bldP spid="7" grpId="1" animBg="1"/>
      <p:bldP spid="3" grpId="0" build="p">
        <p:tmplLst>
          <p:tmpl lvl="1">
            <p:tnLst>
              <p:par>
                <p:cTn presetID="10" presetClass="entr" presetSubtype="0" fill="hold" nodeType="withEffect">
                  <p:stCondLst>
                    <p:cond delay="1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12" grpId="0"/>
      <p:bldP spid="12" grpId="1"/>
      <p:bldP spid="9" grpId="0" animBg="1">
        <p:tmplLst>
          <p:tmpl>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full background image no shape">
    <p:bg>
      <p:bgPr>
        <a:solidFill>
          <a:schemeClr val="bg2">
            <a:lumMod val="95000"/>
          </a:schemeClr>
        </a:solidFill>
        <a:effectLst/>
      </p:bgPr>
    </p:bg>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CF934CB5-3763-DB7F-50C5-1DA95C95FBD6}"/>
              </a:ext>
            </a:extLst>
          </p:cNvPr>
          <p:cNvSpPr>
            <a:spLocks noGrp="1"/>
          </p:cNvSpPr>
          <p:nvPr>
            <p:ph type="pic" sz="quarter" idx="10" hasCustomPrompt="1"/>
          </p:nvPr>
        </p:nvSpPr>
        <p:spPr>
          <a:xfrm>
            <a:off x="0" y="0"/>
            <a:ext cx="12192000" cy="6858000"/>
          </a:xfrm>
          <a:solidFill>
            <a:schemeClr val="bg2">
              <a:lumMod val="95000"/>
              <a:alpha val="0"/>
            </a:schemeClr>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3" name="Subtitle">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631651" y="4692420"/>
            <a:ext cx="6905936" cy="765344"/>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Subtitle/name/role here</a:t>
            </a:r>
          </a:p>
        </p:txBody>
      </p:sp>
      <p:sp>
        <p:nvSpPr>
          <p:cNvPr id="12" name="Title">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629471" y="2525320"/>
            <a:ext cx="6908116" cy="20747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Title of the presentation</a:t>
            </a:r>
          </a:p>
        </p:txBody>
      </p:sp>
      <p:sp>
        <p:nvSpPr>
          <p:cNvPr id="9" name="Logo">
            <a:extLst>
              <a:ext uri="{FF2B5EF4-FFF2-40B4-BE49-F238E27FC236}">
                <a16:creationId xmlns:a16="http://schemas.microsoft.com/office/drawing/2014/main" id="{98A9A76E-3F3B-ABA5-433A-A41F56D0A8F0}"/>
              </a:ext>
            </a:extLst>
          </p:cNvPr>
          <p:cNvSpPr>
            <a:spLocks noGrp="1"/>
          </p:cNvSpPr>
          <p:nvPr>
            <p:ph type="body" sz="quarter" idx="13" hasCustomPrompt="1"/>
          </p:nvPr>
        </p:nvSpPr>
        <p:spPr>
          <a:xfrm>
            <a:off x="623392" y="603123"/>
            <a:ext cx="1766627" cy="912434"/>
          </a:xfrm>
          <a:blipFill dpi="0" rotWithShape="1">
            <a:blip r:embed="rId2"/>
            <a:srcRect/>
            <a:stretch>
              <a:fillRect l="1000" t="1000" r="1000" b="1000"/>
            </a:stretch>
          </a:blipFill>
        </p:spPr>
        <p:txBody>
          <a:bodyPr vert="horz" lIns="0" tIns="0" rIns="0" bIns="0" rtlCol="0">
            <a:noAutofit/>
          </a:bodyPr>
          <a:lstStyle>
            <a:lvl1pPr>
              <a:defRPr lang="en-GB" sz="1400" smtClean="0">
                <a:solidFill>
                  <a:schemeClr val="bg1"/>
                </a:solidFill>
              </a:defRPr>
            </a:lvl1pPr>
            <a:lvl2pPr>
              <a:defRPr lang="en-GB" sz="1400" smtClean="0">
                <a:solidFill>
                  <a:schemeClr val="tx2"/>
                </a:solidFill>
              </a:defRPr>
            </a:lvl2pPr>
            <a:lvl3pPr>
              <a:defRPr lang="en-GB" sz="1200" smtClean="0">
                <a:solidFill>
                  <a:schemeClr val="tx2"/>
                </a:solidFill>
              </a:defRPr>
            </a:lvl3pPr>
            <a:lvl4pPr>
              <a:defRPr lang="en-GB" sz="1100" smtClean="0">
                <a:solidFill>
                  <a:schemeClr val="tx2"/>
                </a:solidFill>
              </a:defRPr>
            </a:lvl4pPr>
            <a:lvl5pPr>
              <a:defRPr lang="en-GB" sz="1100">
                <a:solidFill>
                  <a:schemeClr val="tx2"/>
                </a:solidFill>
              </a:defRPr>
            </a:lvl5pPr>
          </a:lstStyle>
          <a:p>
            <a:pPr lvl="0"/>
            <a:r>
              <a:rPr lang="en-GB"/>
              <a:t> </a:t>
            </a:r>
          </a:p>
        </p:txBody>
      </p:sp>
    </p:spTree>
    <p:extLst>
      <p:ext uri="{BB962C8B-B14F-4D97-AF65-F5344CB8AC3E}">
        <p14:creationId xmlns:p14="http://schemas.microsoft.com/office/powerpoint/2010/main" val="27050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500"/>
                                  </p:stCondLst>
                                  <p:iterate type="wd">
                                    <p:tmPct val="176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64" presetClass="path" presetSubtype="0" decel="100000" fill="hold" grpId="1" nodeType="withEffect">
                                  <p:stCondLst>
                                    <p:cond delay="500"/>
                                  </p:stCondLst>
                                  <p:iterate type="wd">
                                    <p:tmPct val="17600"/>
                                  </p:iterate>
                                  <p:childTnLst>
                                    <p:animMotion origin="layout" path="M 1.45833E-6 -0.03171 L 1.45833E-6 0.00301 " pathEditMode="relative" rAng="0" ptsTypes="AA">
                                      <p:cBhvr>
                                        <p:cTn id="12" dur="500" fill="hold"/>
                                        <p:tgtEl>
                                          <p:spTgt spid="12"/>
                                        </p:tgtEl>
                                        <p:attrNameLst>
                                          <p:attrName>ppt_x</p:attrName>
                                          <p:attrName>ppt_y</p:attrName>
                                        </p:attrNameLst>
                                      </p:cBhvr>
                                      <p:rCtr x="0" y="1736"/>
                                    </p:animMotion>
                                  </p:childTnLst>
                                </p:cTn>
                              </p:par>
                              <p:par>
                                <p:cTn id="13" presetID="10" presetClass="entr" presetSubtype="0" fill="hold" grpId="0" nodeType="withEffect">
                                  <p:stCondLst>
                                    <p:cond delay="150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1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12" grpId="0"/>
      <p:bldP spid="12" grpId="1"/>
      <p:bldP spid="9" grpId="0" animBg="1">
        <p:tmplLst>
          <p:tmpl>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bg2">
            <a:lumMod val="95000"/>
          </a:schemeClr>
        </a:solidFill>
        <a:effectLst/>
      </p:bgPr>
    </p:bg>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3B9A8EB4-5CB0-D04C-0437-A350D6E7ED50}"/>
              </a:ext>
            </a:extLst>
          </p:cNvPr>
          <p:cNvSpPr>
            <a:spLocks noGrp="1"/>
          </p:cNvSpPr>
          <p:nvPr>
            <p:ph type="pic" sz="quarter" idx="10" hasCustomPrompt="1"/>
          </p:nvPr>
        </p:nvSpPr>
        <p:spPr>
          <a:xfrm>
            <a:off x="0" y="0"/>
            <a:ext cx="12192000" cy="6858000"/>
          </a:xfrm>
          <a:solidFill>
            <a:schemeClr val="bg2">
              <a:lumMod val="95000"/>
            </a:schemeClr>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6" name="Graphic 18">
            <a:extLst>
              <a:ext uri="{FF2B5EF4-FFF2-40B4-BE49-F238E27FC236}">
                <a16:creationId xmlns:a16="http://schemas.microsoft.com/office/drawing/2014/main" id="{DBA56589-3ECC-2F45-F693-EF14978BC533}"/>
              </a:ext>
            </a:extLst>
          </p:cNvPr>
          <p:cNvSpPr/>
          <p:nvPr userDrawn="1"/>
        </p:nvSpPr>
        <p:spPr>
          <a:xfrm rot="10800000" flipH="1">
            <a:off x="598520" y="692696"/>
            <a:ext cx="4615588" cy="6165304"/>
          </a:xfrm>
          <a:custGeom>
            <a:avLst/>
            <a:gdLst>
              <a:gd name="connsiteX0" fmla="*/ 2450211 w 2450210"/>
              <a:gd name="connsiteY0" fmla="*/ 0 h 3272885"/>
              <a:gd name="connsiteX1" fmla="*/ 2449735 w 2450210"/>
              <a:gd name="connsiteY1" fmla="*/ 1794605 h 3272885"/>
              <a:gd name="connsiteX2" fmla="*/ 1389888 w 2450210"/>
              <a:gd name="connsiteY2" fmla="*/ 3043428 h 3272885"/>
              <a:gd name="connsiteX3" fmla="*/ 0 w 2450210"/>
              <a:gd name="connsiteY3" fmla="*/ 3272885 h 3272885"/>
              <a:gd name="connsiteX4" fmla="*/ 0 w 2450210"/>
              <a:gd name="connsiteY4" fmla="*/ 0 h 3272885"/>
              <a:gd name="connsiteX5" fmla="*/ 2450211 w 2450210"/>
              <a:gd name="connsiteY5" fmla="*/ 0 h 327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0210" h="3272885">
                <a:moveTo>
                  <a:pt x="2450211" y="0"/>
                </a:moveTo>
                <a:lnTo>
                  <a:pt x="2449735" y="1794605"/>
                </a:lnTo>
                <a:cubicBezTo>
                  <a:pt x="2449545" y="2414111"/>
                  <a:pt x="2001107" y="2942558"/>
                  <a:pt x="1389888" y="3043428"/>
                </a:cubicBezTo>
                <a:lnTo>
                  <a:pt x="0" y="3272885"/>
                </a:lnTo>
                <a:lnTo>
                  <a:pt x="0" y="0"/>
                </a:lnTo>
                <a:lnTo>
                  <a:pt x="2450211" y="0"/>
                </a:lnTo>
                <a:close/>
              </a:path>
            </a:pathLst>
          </a:custGeom>
          <a:solidFill>
            <a:schemeClr val="tx2"/>
          </a:solidFill>
          <a:ln w="9525" cap="flat">
            <a:noFill/>
            <a:prstDash val="solid"/>
            <a:miter/>
          </a:ln>
        </p:spPr>
        <p:txBody>
          <a:bodyPr rtlCol="0" anchor="ctr"/>
          <a:lstStyle/>
          <a:p>
            <a:endParaRPr lang="en-US"/>
          </a:p>
        </p:txBody>
      </p:sp>
      <p:sp>
        <p:nvSpPr>
          <p:cNvPr id="5" name="Text Placeholder 6">
            <a:extLst>
              <a:ext uri="{FF2B5EF4-FFF2-40B4-BE49-F238E27FC236}">
                <a16:creationId xmlns:a16="http://schemas.microsoft.com/office/drawing/2014/main" id="{A97C4402-C2E6-3790-AD03-7600147889E5}"/>
              </a:ext>
            </a:extLst>
          </p:cNvPr>
          <p:cNvSpPr>
            <a:spLocks noGrp="1"/>
          </p:cNvSpPr>
          <p:nvPr>
            <p:ph type="body" sz="quarter" idx="11" hasCustomPrompt="1"/>
          </p:nvPr>
        </p:nvSpPr>
        <p:spPr>
          <a:xfrm flipV="1">
            <a:off x="570103" y="692696"/>
            <a:ext cx="4615590" cy="6165304"/>
          </a:xfrm>
          <a:custGeom>
            <a:avLst/>
            <a:gdLst>
              <a:gd name="connsiteX0" fmla="*/ 0 w 4615590"/>
              <a:gd name="connsiteY0" fmla="*/ 0 h 6165304"/>
              <a:gd name="connsiteX1" fmla="*/ 4615590 w 4615590"/>
              <a:gd name="connsiteY1" fmla="*/ 0 h 6165304"/>
              <a:gd name="connsiteX2" fmla="*/ 4614693 w 4615590"/>
              <a:gd name="connsiteY2" fmla="*/ 3380591 h 6165304"/>
              <a:gd name="connsiteX3" fmla="*/ 2618204 w 4615590"/>
              <a:gd name="connsiteY3" fmla="*/ 5733064 h 6165304"/>
              <a:gd name="connsiteX4" fmla="*/ 0 w 4615590"/>
              <a:gd name="connsiteY4" fmla="*/ 6165304 h 6165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5590" h="6165304">
                <a:moveTo>
                  <a:pt x="0" y="0"/>
                </a:moveTo>
                <a:lnTo>
                  <a:pt x="4615590" y="0"/>
                </a:lnTo>
                <a:lnTo>
                  <a:pt x="4614693" y="3380591"/>
                </a:lnTo>
                <a:cubicBezTo>
                  <a:pt x="4614336" y="4547587"/>
                  <a:pt x="3769589" y="5543050"/>
                  <a:pt x="2618204" y="5733064"/>
                </a:cubicBezTo>
                <a:lnTo>
                  <a:pt x="0" y="6165304"/>
                </a:lnTo>
                <a:close/>
              </a:path>
            </a:pathLst>
          </a:custGeom>
          <a:solidFill>
            <a:schemeClr val="tx2"/>
          </a:solidFill>
        </p:spPr>
        <p:txBody>
          <a:bodyPr wrap="square" lIns="601200" tIns="3816000" rIns="144000">
            <a:noAutofit/>
          </a:bodyPr>
          <a:lstStyle>
            <a:lvl1pPr>
              <a:defRPr sz="2000">
                <a:solidFill>
                  <a:schemeClr val="accent1"/>
                </a:solidFill>
              </a:defRPr>
            </a:lvl1pPr>
            <a:lvl2pPr marL="0" indent="0">
              <a:buNone/>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 </a:t>
            </a:r>
          </a:p>
        </p:txBody>
      </p:sp>
      <p:sp>
        <p:nvSpPr>
          <p:cNvPr id="3" name="Subtitle 2">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18310" y="5185058"/>
            <a:ext cx="3653554" cy="1268277"/>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 text here</a:t>
            </a:r>
          </a:p>
        </p:txBody>
      </p:sp>
      <p:sp>
        <p:nvSpPr>
          <p:cNvPr id="12" name="Title 11">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1218310" y="2733879"/>
            <a:ext cx="3653554" cy="23856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Section title here</a:t>
            </a:r>
          </a:p>
        </p:txBody>
      </p:sp>
    </p:spTree>
    <p:extLst>
      <p:ext uri="{BB962C8B-B14F-4D97-AF65-F5344CB8AC3E}">
        <p14:creationId xmlns:p14="http://schemas.microsoft.com/office/powerpoint/2010/main" val="65735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iterate type="wd">
                                    <p:tmPct val="17600"/>
                                  </p:iterate>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4" presetClass="path" presetSubtype="0" decel="100000" fill="hold" grpId="1" nodeType="withEffect">
                                  <p:stCondLst>
                                    <p:cond delay="750"/>
                                  </p:stCondLst>
                                  <p:iterate type="wd">
                                    <p:tmPct val="17600"/>
                                  </p:iterate>
                                  <p:childTnLst>
                                    <p:animMotion origin="layout" path="M 4.16667E-7 0.03264 L 4.16667E-7 0.00301 " pathEditMode="relative" rAng="0" ptsTypes="AA">
                                      <p:cBhvr>
                                        <p:cTn id="9" dur="500" fill="hold"/>
                                        <p:tgtEl>
                                          <p:spTgt spid="12"/>
                                        </p:tgtEl>
                                        <p:attrNameLst>
                                          <p:attrName>ppt_x</p:attrName>
                                          <p:attrName>ppt_y</p:attrName>
                                        </p:attrNameLst>
                                      </p:cBhvr>
                                      <p:rCtr x="0" y="-1481"/>
                                    </p:animMotion>
                                  </p:childTnLst>
                                </p:cTn>
                              </p:par>
                              <p:par>
                                <p:cTn id="10" presetID="10" presetClass="entr" presetSubtype="0" fill="hold" grpId="0" nodeType="withEffect">
                                  <p:stCondLst>
                                    <p:cond delay="17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par>
                                <p:cTn id="16" presetID="42" presetClass="path" presetSubtype="0" decel="76000" fill="hold" grpId="1" nodeType="withEffect">
                                  <p:stCondLst>
                                    <p:cond delay="250"/>
                                  </p:stCondLst>
                                  <p:childTnLst>
                                    <p:animMotion origin="layout" path="M -1.25E-6 0.08264 L -1.25E-6 -2.96296E-6 " pathEditMode="relative" rAng="0" ptsTypes="AA">
                                      <p:cBhvr>
                                        <p:cTn id="17" dur="2000" fill="hold"/>
                                        <p:tgtEl>
                                          <p:spTgt spid="6"/>
                                        </p:tgtEl>
                                        <p:attrNameLst>
                                          <p:attrName>ppt_x</p:attrName>
                                          <p:attrName>ppt_y</p:attrName>
                                        </p:attrNameLst>
                                      </p:cBhvr>
                                      <p:rCtr x="0" y="-4144"/>
                                    </p:animMotion>
                                  </p:childTnLst>
                                </p:cTn>
                              </p:par>
                              <p:par>
                                <p:cTn id="18" presetID="10" presetClass="entr" presetSubtype="0" fill="hold" grpId="0" nodeType="withEffect">
                                  <p:stCondLst>
                                    <p:cond delay="2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childTnLst>
                                </p:cTn>
                              </p:par>
                              <p:par>
                                <p:cTn id="21" presetID="42" presetClass="path" presetSubtype="0" decel="76000" fill="hold" grpId="1" nodeType="withEffect">
                                  <p:stCondLst>
                                    <p:cond delay="250"/>
                                  </p:stCondLst>
                                  <p:childTnLst>
                                    <p:animMotion origin="layout" path="M 2.29167E-6 0.4 L 2.29167E-6 -2.96296E-6 " pathEditMode="relative" rAng="0" ptsTypes="AA">
                                      <p:cBhvr>
                                        <p:cTn id="22" dur="2000" fill="hold"/>
                                        <p:tgtEl>
                                          <p:spTgt spid="5"/>
                                        </p:tgtEl>
                                        <p:attrNameLst>
                                          <p:attrName>ppt_x</p:attrName>
                                          <p:attrName>ppt_y</p:attrName>
                                        </p:attrNameLst>
                                      </p:cBhvr>
                                      <p:rCtr x="0" y="-2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tmplLst>
          <p:tmpl>
            <p:tnLst>
              <p:par>
                <p:cTn presetID="10" presetClass="entr" presetSubtype="0" fill="hold" nodeType="withEffect">
                  <p:stCondLst>
                    <p:cond delay="25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P spid="5" grpId="1" animBg="1">
        <p:tmplLst>
          <p:tmpl>
            <p:tnLst>
              <p:par>
                <p:cTn presetID="42" presetClass="path" presetSubtype="0" decel="76000" fill="hold" nodeType="withEffect">
                  <p:stCondLst>
                    <p:cond delay="250"/>
                  </p:stCondLst>
                  <p:childTnLst>
                    <p:animMotion origin="layout" path="M 2.29167E-6 0.4 L 2.29167E-6 -2.96296E-6 " pathEditMode="relative" rAng="0" ptsTypes="AA">
                      <p:cBhvr>
                        <p:cTn dur="2000" fill="hold"/>
                        <p:tgtEl>
                          <p:spTgt spid="5"/>
                        </p:tgtEl>
                        <p:attrNameLst>
                          <p:attrName>ppt_x</p:attrName>
                          <p:attrName>ppt_y</p:attrName>
                        </p:attrNameLst>
                      </p:cBhvr>
                      <p:rCtr x="0" y="-20000"/>
                    </p:animMotion>
                  </p:childTnLst>
                </p:cTn>
              </p:par>
            </p:tnLst>
          </p:tmpl>
        </p:tmplLst>
      </p:bldP>
      <p:bldP spid="3" grpId="0" build="p"/>
      <p:bldP spid="12" grpId="0"/>
      <p:bldP spid="12" grpId="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no shape">
    <p:bg>
      <p:bgPr>
        <a:solidFill>
          <a:schemeClr val="bg2">
            <a:lumMod val="95000"/>
          </a:schemeClr>
        </a:solidFill>
        <a:effectLst/>
      </p:bgPr>
    </p:bg>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3B9A8EB4-5CB0-D04C-0437-A350D6E7ED50}"/>
              </a:ext>
            </a:extLst>
          </p:cNvPr>
          <p:cNvSpPr>
            <a:spLocks noGrp="1"/>
          </p:cNvSpPr>
          <p:nvPr>
            <p:ph type="pic" sz="quarter" idx="10" hasCustomPrompt="1"/>
          </p:nvPr>
        </p:nvSpPr>
        <p:spPr>
          <a:xfrm>
            <a:off x="0" y="0"/>
            <a:ext cx="12192000" cy="6858000"/>
          </a:xfrm>
          <a:solidFill>
            <a:schemeClr val="bg2">
              <a:lumMod val="95000"/>
            </a:schemeClr>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3" name="Subtitle 2">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623392" y="5185058"/>
            <a:ext cx="7109938" cy="1268277"/>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 text here</a:t>
            </a:r>
          </a:p>
        </p:txBody>
      </p:sp>
      <p:sp>
        <p:nvSpPr>
          <p:cNvPr id="12" name="Title 11">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623392" y="2733879"/>
            <a:ext cx="7109938" cy="23856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Section title here</a:t>
            </a:r>
          </a:p>
        </p:txBody>
      </p:sp>
    </p:spTree>
    <p:extLst>
      <p:ext uri="{BB962C8B-B14F-4D97-AF65-F5344CB8AC3E}">
        <p14:creationId xmlns:p14="http://schemas.microsoft.com/office/powerpoint/2010/main" val="25394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iterate type="wd">
                                    <p:tmPct val="17600"/>
                                  </p:iterate>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4" presetClass="path" presetSubtype="0" decel="100000" fill="hold" grpId="1" nodeType="withEffect">
                                  <p:stCondLst>
                                    <p:cond delay="750"/>
                                  </p:stCondLst>
                                  <p:iterate type="wd">
                                    <p:tmPct val="17600"/>
                                  </p:iterate>
                                  <p:childTnLst>
                                    <p:animMotion origin="layout" path="M 4.16667E-7 0.03264 L 4.16667E-7 0.00301 " pathEditMode="relative" rAng="0" ptsTypes="AA">
                                      <p:cBhvr>
                                        <p:cTn id="9" dur="500" fill="hold"/>
                                        <p:tgtEl>
                                          <p:spTgt spid="12"/>
                                        </p:tgtEl>
                                        <p:attrNameLst>
                                          <p:attrName>ppt_x</p:attrName>
                                          <p:attrName>ppt_y</p:attrName>
                                        </p:attrNameLst>
                                      </p:cBhvr>
                                      <p:rCtr x="0" y="-1481"/>
                                    </p:animMotion>
                                  </p:childTnLst>
                                </p:cTn>
                              </p:par>
                              <p:par>
                                <p:cTn id="10" presetID="10" presetClass="entr" presetSubtype="0" fill="hold" grpId="0" nodeType="withEffect">
                                  <p:stCondLst>
                                    <p:cond delay="17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2" grpId="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Layou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p:txBody>
          <a:body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844824"/>
            <a:ext cx="2062972" cy="4185875"/>
          </a:xfrm>
          <a:prstGeom prst="roundRect">
            <a:avLst>
              <a:gd name="adj" fmla="val 3782"/>
            </a:avLst>
          </a:prstGeom>
          <a:solidFill>
            <a:schemeClr val="tx2"/>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0">
            <a:extLst>
              <a:ext uri="{FF2B5EF4-FFF2-40B4-BE49-F238E27FC236}">
                <a16:creationId xmlns:a16="http://schemas.microsoft.com/office/drawing/2014/main" id="{684B6590-10D5-F2A8-28E8-5787999FF230}"/>
              </a:ext>
            </a:extLst>
          </p:cNvPr>
          <p:cNvSpPr>
            <a:spLocks noGrp="1"/>
          </p:cNvSpPr>
          <p:nvPr>
            <p:ph type="body" sz="quarter" idx="20" hasCustomPrompt="1"/>
          </p:nvPr>
        </p:nvSpPr>
        <p:spPr>
          <a:xfrm>
            <a:off x="2834317" y="1844824"/>
            <a:ext cx="2062972" cy="4185875"/>
          </a:xfrm>
          <a:prstGeom prst="roundRect">
            <a:avLst>
              <a:gd name="adj" fmla="val 3782"/>
            </a:avLst>
          </a:prstGeom>
          <a:solidFill>
            <a:schemeClr val="accent1"/>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0">
            <a:extLst>
              <a:ext uri="{FF2B5EF4-FFF2-40B4-BE49-F238E27FC236}">
                <a16:creationId xmlns:a16="http://schemas.microsoft.com/office/drawing/2014/main" id="{85606D50-6AA9-9ACC-5482-77209F14D290}"/>
              </a:ext>
            </a:extLst>
          </p:cNvPr>
          <p:cNvSpPr>
            <a:spLocks noGrp="1"/>
          </p:cNvSpPr>
          <p:nvPr>
            <p:ph type="body" sz="quarter" idx="21" hasCustomPrompt="1"/>
          </p:nvPr>
        </p:nvSpPr>
        <p:spPr>
          <a:xfrm>
            <a:off x="5063746" y="1844824"/>
            <a:ext cx="2062972" cy="4185875"/>
          </a:xfrm>
          <a:prstGeom prst="roundRect">
            <a:avLst>
              <a:gd name="adj" fmla="val 3782"/>
            </a:avLst>
          </a:prstGeom>
          <a:solidFill>
            <a:srgbClr val="725F9F"/>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10">
            <a:extLst>
              <a:ext uri="{FF2B5EF4-FFF2-40B4-BE49-F238E27FC236}">
                <a16:creationId xmlns:a16="http://schemas.microsoft.com/office/drawing/2014/main" id="{4F9C325D-5D17-7DA4-3D54-59E8AA96F6AF}"/>
              </a:ext>
            </a:extLst>
          </p:cNvPr>
          <p:cNvSpPr>
            <a:spLocks noGrp="1"/>
          </p:cNvSpPr>
          <p:nvPr>
            <p:ph type="body" sz="quarter" idx="22" hasCustomPrompt="1"/>
          </p:nvPr>
        </p:nvSpPr>
        <p:spPr>
          <a:xfrm>
            <a:off x="7293175" y="1844824"/>
            <a:ext cx="2062972" cy="4185875"/>
          </a:xfrm>
          <a:prstGeom prst="roundRect">
            <a:avLst>
              <a:gd name="adj" fmla="val 3782"/>
            </a:avLst>
          </a:prstGeom>
          <a:solidFill>
            <a:srgbClr val="903137"/>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0">
            <a:extLst>
              <a:ext uri="{FF2B5EF4-FFF2-40B4-BE49-F238E27FC236}">
                <a16:creationId xmlns:a16="http://schemas.microsoft.com/office/drawing/2014/main" id="{E07926CE-0ABD-15BA-5866-086DADE9F50D}"/>
              </a:ext>
            </a:extLst>
          </p:cNvPr>
          <p:cNvSpPr>
            <a:spLocks noGrp="1"/>
          </p:cNvSpPr>
          <p:nvPr>
            <p:ph type="body" sz="quarter" idx="23" hasCustomPrompt="1"/>
          </p:nvPr>
        </p:nvSpPr>
        <p:spPr>
          <a:xfrm>
            <a:off x="9522603" y="1844824"/>
            <a:ext cx="2062972" cy="4185875"/>
          </a:xfrm>
          <a:prstGeom prst="roundRect">
            <a:avLst>
              <a:gd name="adj" fmla="val 3782"/>
            </a:avLst>
          </a:prstGeom>
          <a:solidFill>
            <a:schemeClr val="accent4"/>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3015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p:txBody>
          <a:body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280245"/>
            <a:ext cx="2062972" cy="2364779"/>
          </a:xfrm>
          <a:prstGeom prst="roundRect">
            <a:avLst>
              <a:gd name="adj" fmla="val 3782"/>
            </a:avLst>
          </a:prstGeom>
          <a:solidFill>
            <a:schemeClr val="tx2"/>
          </a:solidFill>
          <a:effectLst/>
        </p:spPr>
        <p:txBody>
          <a:bodyPr lIns="180000" tIns="144000" rIns="108000" bIns="108000"/>
          <a:lstStyle>
            <a:lvl1pPr marL="0" algn="l" defTabSz="914400" rtl="0" eaLnBrk="1" latinLnBrk="0" hangingPunct="1">
              <a:spcAft>
                <a:spcPts val="600"/>
              </a:spcAft>
              <a:defRPr lang="en-GB" sz="4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0">
            <a:extLst>
              <a:ext uri="{FF2B5EF4-FFF2-40B4-BE49-F238E27FC236}">
                <a16:creationId xmlns:a16="http://schemas.microsoft.com/office/drawing/2014/main" id="{684B6590-10D5-F2A8-28E8-5787999FF230}"/>
              </a:ext>
            </a:extLst>
          </p:cNvPr>
          <p:cNvSpPr>
            <a:spLocks noGrp="1"/>
          </p:cNvSpPr>
          <p:nvPr>
            <p:ph type="body" sz="quarter" idx="20" hasCustomPrompt="1"/>
          </p:nvPr>
        </p:nvSpPr>
        <p:spPr>
          <a:xfrm>
            <a:off x="2834317" y="1280245"/>
            <a:ext cx="2062972" cy="2364779"/>
          </a:xfrm>
          <a:prstGeom prst="roundRect">
            <a:avLst>
              <a:gd name="adj" fmla="val 3782"/>
            </a:avLst>
          </a:prstGeom>
          <a:solidFill>
            <a:schemeClr val="accent1"/>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0">
            <a:extLst>
              <a:ext uri="{FF2B5EF4-FFF2-40B4-BE49-F238E27FC236}">
                <a16:creationId xmlns:a16="http://schemas.microsoft.com/office/drawing/2014/main" id="{85606D50-6AA9-9ACC-5482-77209F14D290}"/>
              </a:ext>
            </a:extLst>
          </p:cNvPr>
          <p:cNvSpPr>
            <a:spLocks noGrp="1"/>
          </p:cNvSpPr>
          <p:nvPr>
            <p:ph type="body" sz="quarter" idx="21" hasCustomPrompt="1"/>
          </p:nvPr>
        </p:nvSpPr>
        <p:spPr>
          <a:xfrm>
            <a:off x="5063746" y="1280245"/>
            <a:ext cx="2062972" cy="2364779"/>
          </a:xfrm>
          <a:prstGeom prst="roundRect">
            <a:avLst>
              <a:gd name="adj" fmla="val 3782"/>
            </a:avLst>
          </a:prstGeom>
          <a:solidFill>
            <a:srgbClr val="725F9F"/>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10">
            <a:extLst>
              <a:ext uri="{FF2B5EF4-FFF2-40B4-BE49-F238E27FC236}">
                <a16:creationId xmlns:a16="http://schemas.microsoft.com/office/drawing/2014/main" id="{4F9C325D-5D17-7DA4-3D54-59E8AA96F6AF}"/>
              </a:ext>
            </a:extLst>
          </p:cNvPr>
          <p:cNvSpPr>
            <a:spLocks noGrp="1"/>
          </p:cNvSpPr>
          <p:nvPr>
            <p:ph type="body" sz="quarter" idx="22" hasCustomPrompt="1"/>
          </p:nvPr>
        </p:nvSpPr>
        <p:spPr>
          <a:xfrm>
            <a:off x="7293175" y="1280245"/>
            <a:ext cx="2062972" cy="2364779"/>
          </a:xfrm>
          <a:prstGeom prst="roundRect">
            <a:avLst>
              <a:gd name="adj" fmla="val 3782"/>
            </a:avLst>
          </a:prstGeom>
          <a:solidFill>
            <a:srgbClr val="903137"/>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0">
            <a:extLst>
              <a:ext uri="{FF2B5EF4-FFF2-40B4-BE49-F238E27FC236}">
                <a16:creationId xmlns:a16="http://schemas.microsoft.com/office/drawing/2014/main" id="{E07926CE-0ABD-15BA-5866-086DADE9F50D}"/>
              </a:ext>
            </a:extLst>
          </p:cNvPr>
          <p:cNvSpPr>
            <a:spLocks noGrp="1"/>
          </p:cNvSpPr>
          <p:nvPr>
            <p:ph type="body" sz="quarter" idx="23" hasCustomPrompt="1"/>
          </p:nvPr>
        </p:nvSpPr>
        <p:spPr>
          <a:xfrm>
            <a:off x="9522603" y="1280245"/>
            <a:ext cx="2062972" cy="2364779"/>
          </a:xfrm>
          <a:prstGeom prst="roundRect">
            <a:avLst>
              <a:gd name="adj" fmla="val 3782"/>
            </a:avLst>
          </a:prstGeom>
          <a:solidFill>
            <a:schemeClr val="accent4"/>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10">
            <a:extLst>
              <a:ext uri="{FF2B5EF4-FFF2-40B4-BE49-F238E27FC236}">
                <a16:creationId xmlns:a16="http://schemas.microsoft.com/office/drawing/2014/main" id="{9181CAFB-D267-5CEC-DB4F-D46A96B2190C}"/>
              </a:ext>
            </a:extLst>
          </p:cNvPr>
          <p:cNvSpPr>
            <a:spLocks noGrp="1"/>
          </p:cNvSpPr>
          <p:nvPr>
            <p:ph type="body" sz="quarter" idx="24" hasCustomPrompt="1"/>
          </p:nvPr>
        </p:nvSpPr>
        <p:spPr>
          <a:xfrm>
            <a:off x="604888" y="3885412"/>
            <a:ext cx="2062972" cy="2364779"/>
          </a:xfrm>
          <a:prstGeom prst="roundRect">
            <a:avLst>
              <a:gd name="adj" fmla="val 3782"/>
            </a:avLst>
          </a:prstGeom>
          <a:solidFill>
            <a:schemeClr val="accent4"/>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10">
            <a:extLst>
              <a:ext uri="{FF2B5EF4-FFF2-40B4-BE49-F238E27FC236}">
                <a16:creationId xmlns:a16="http://schemas.microsoft.com/office/drawing/2014/main" id="{93FF311B-6982-F9FD-1170-3531E44D5526}"/>
              </a:ext>
            </a:extLst>
          </p:cNvPr>
          <p:cNvSpPr>
            <a:spLocks noGrp="1"/>
          </p:cNvSpPr>
          <p:nvPr>
            <p:ph type="body" sz="quarter" idx="25" hasCustomPrompt="1"/>
          </p:nvPr>
        </p:nvSpPr>
        <p:spPr>
          <a:xfrm>
            <a:off x="2834317" y="3885412"/>
            <a:ext cx="2062972" cy="2364779"/>
          </a:xfrm>
          <a:prstGeom prst="roundRect">
            <a:avLst>
              <a:gd name="adj" fmla="val 3782"/>
            </a:avLst>
          </a:prstGeom>
          <a:solidFill>
            <a:srgbClr val="903137"/>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10">
            <a:extLst>
              <a:ext uri="{FF2B5EF4-FFF2-40B4-BE49-F238E27FC236}">
                <a16:creationId xmlns:a16="http://schemas.microsoft.com/office/drawing/2014/main" id="{7F2FFEE3-D3A7-B759-80DA-538B0CA5511B}"/>
              </a:ext>
            </a:extLst>
          </p:cNvPr>
          <p:cNvSpPr>
            <a:spLocks noGrp="1"/>
          </p:cNvSpPr>
          <p:nvPr>
            <p:ph type="body" sz="quarter" idx="26" hasCustomPrompt="1"/>
          </p:nvPr>
        </p:nvSpPr>
        <p:spPr>
          <a:xfrm>
            <a:off x="5063746" y="3885412"/>
            <a:ext cx="2062972" cy="2364779"/>
          </a:xfrm>
          <a:prstGeom prst="roundRect">
            <a:avLst>
              <a:gd name="adj" fmla="val 3782"/>
            </a:avLst>
          </a:prstGeom>
          <a:solidFill>
            <a:srgbClr val="12151D"/>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10">
            <a:extLst>
              <a:ext uri="{FF2B5EF4-FFF2-40B4-BE49-F238E27FC236}">
                <a16:creationId xmlns:a16="http://schemas.microsoft.com/office/drawing/2014/main" id="{7104DA82-EA3F-8500-FBE3-FF3B7AC73204}"/>
              </a:ext>
            </a:extLst>
          </p:cNvPr>
          <p:cNvSpPr>
            <a:spLocks noGrp="1"/>
          </p:cNvSpPr>
          <p:nvPr>
            <p:ph type="body" sz="quarter" idx="27" hasCustomPrompt="1"/>
          </p:nvPr>
        </p:nvSpPr>
        <p:spPr>
          <a:xfrm>
            <a:off x="7293175" y="3885412"/>
            <a:ext cx="2062972" cy="2364779"/>
          </a:xfrm>
          <a:prstGeom prst="roundRect">
            <a:avLst>
              <a:gd name="adj" fmla="val 3782"/>
            </a:avLst>
          </a:prstGeom>
          <a:solidFill>
            <a:schemeClr val="tx2"/>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10">
            <a:extLst>
              <a:ext uri="{FF2B5EF4-FFF2-40B4-BE49-F238E27FC236}">
                <a16:creationId xmlns:a16="http://schemas.microsoft.com/office/drawing/2014/main" id="{7BEE7263-BD1B-75F8-D65B-5AA878F8CA64}"/>
              </a:ext>
            </a:extLst>
          </p:cNvPr>
          <p:cNvSpPr>
            <a:spLocks noGrp="1"/>
          </p:cNvSpPr>
          <p:nvPr>
            <p:ph type="body" sz="quarter" idx="28" hasCustomPrompt="1"/>
          </p:nvPr>
        </p:nvSpPr>
        <p:spPr>
          <a:xfrm>
            <a:off x="9522603" y="3885412"/>
            <a:ext cx="2062972" cy="2364779"/>
          </a:xfrm>
          <a:prstGeom prst="roundRect">
            <a:avLst>
              <a:gd name="adj" fmla="val 3782"/>
            </a:avLst>
          </a:prstGeom>
          <a:solidFill>
            <a:schemeClr val="accent1"/>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66849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Layout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a:effectLst/>
        </p:spPr>
        <p:txBody>
          <a:body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280245"/>
            <a:ext cx="1170632" cy="762987"/>
          </a:xfrm>
          <a:prstGeom prst="roundRect">
            <a:avLst>
              <a:gd name="adj" fmla="val 16578"/>
            </a:avLst>
          </a:prstGeom>
          <a:solidFill>
            <a:schemeClr val="tx2"/>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3" name="Text Placeholder 12">
            <a:extLst>
              <a:ext uri="{FF2B5EF4-FFF2-40B4-BE49-F238E27FC236}">
                <a16:creationId xmlns:a16="http://schemas.microsoft.com/office/drawing/2014/main" id="{8B533366-C09A-1990-971B-321FD977BD1A}"/>
              </a:ext>
            </a:extLst>
          </p:cNvPr>
          <p:cNvSpPr>
            <a:spLocks noGrp="1"/>
          </p:cNvSpPr>
          <p:nvPr>
            <p:ph type="body" sz="quarter" idx="20"/>
          </p:nvPr>
        </p:nvSpPr>
        <p:spPr>
          <a:xfrm>
            <a:off x="1919535" y="1280245"/>
            <a:ext cx="9058027" cy="762987"/>
          </a:xfrm>
          <a:prstGeom prst="roundRect">
            <a:avLst/>
          </a:prstGeom>
          <a:solidFill>
            <a:schemeClr val="bg1"/>
          </a:solidFill>
          <a:effectLst/>
        </p:spPr>
        <p:txBody>
          <a:bodyPr lIns="180000" tIns="36000" rIns="108000" bIns="36000" anchor="ctr" anchorCtr="0"/>
          <a:lstStyle>
            <a:lvl1pPr>
              <a:defRPr sz="20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6" name="Text Placeholder 10">
            <a:extLst>
              <a:ext uri="{FF2B5EF4-FFF2-40B4-BE49-F238E27FC236}">
                <a16:creationId xmlns:a16="http://schemas.microsoft.com/office/drawing/2014/main" id="{543B82C6-3C12-448C-0A53-85D84F0CB661}"/>
              </a:ext>
            </a:extLst>
          </p:cNvPr>
          <p:cNvSpPr>
            <a:spLocks noGrp="1"/>
          </p:cNvSpPr>
          <p:nvPr>
            <p:ph type="body" sz="quarter" idx="21" hasCustomPrompt="1"/>
          </p:nvPr>
        </p:nvSpPr>
        <p:spPr>
          <a:xfrm>
            <a:off x="604888" y="2224495"/>
            <a:ext cx="1170632" cy="762987"/>
          </a:xfrm>
          <a:prstGeom prst="roundRect">
            <a:avLst>
              <a:gd name="adj" fmla="val 16578"/>
            </a:avLst>
          </a:prstGeom>
          <a:solidFill>
            <a:schemeClr val="accent1"/>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7" name="Text Placeholder 12">
            <a:extLst>
              <a:ext uri="{FF2B5EF4-FFF2-40B4-BE49-F238E27FC236}">
                <a16:creationId xmlns:a16="http://schemas.microsoft.com/office/drawing/2014/main" id="{A49DC80D-0555-78FD-0DAF-C96CE1AEC81F}"/>
              </a:ext>
            </a:extLst>
          </p:cNvPr>
          <p:cNvSpPr>
            <a:spLocks noGrp="1"/>
          </p:cNvSpPr>
          <p:nvPr>
            <p:ph type="body" sz="quarter" idx="22"/>
          </p:nvPr>
        </p:nvSpPr>
        <p:spPr>
          <a:xfrm>
            <a:off x="1919535" y="2224495"/>
            <a:ext cx="9058027" cy="762987"/>
          </a:xfrm>
          <a:prstGeom prst="roundRect">
            <a:avLst/>
          </a:prstGeom>
          <a:solidFill>
            <a:schemeClr val="bg1"/>
          </a:solidFill>
          <a:effectLst/>
        </p:spPr>
        <p:txBody>
          <a:bodyPr lIns="180000" tIns="36000" rIns="108000" bIns="36000" anchor="ctr" anchorCtr="0"/>
          <a:lstStyle>
            <a:lvl1pPr>
              <a:defRPr sz="20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8" name="Text Placeholder 10">
            <a:extLst>
              <a:ext uri="{FF2B5EF4-FFF2-40B4-BE49-F238E27FC236}">
                <a16:creationId xmlns:a16="http://schemas.microsoft.com/office/drawing/2014/main" id="{4192DA5C-56F7-EB05-587E-3838238744C0}"/>
              </a:ext>
            </a:extLst>
          </p:cNvPr>
          <p:cNvSpPr>
            <a:spLocks noGrp="1"/>
          </p:cNvSpPr>
          <p:nvPr>
            <p:ph type="body" sz="quarter" idx="23" hasCustomPrompt="1"/>
          </p:nvPr>
        </p:nvSpPr>
        <p:spPr>
          <a:xfrm>
            <a:off x="604888" y="3168745"/>
            <a:ext cx="1170632" cy="762987"/>
          </a:xfrm>
          <a:prstGeom prst="roundRect">
            <a:avLst>
              <a:gd name="adj" fmla="val 16578"/>
            </a:avLst>
          </a:prstGeom>
          <a:solidFill>
            <a:srgbClr val="725F9F"/>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9" name="Text Placeholder 12">
            <a:extLst>
              <a:ext uri="{FF2B5EF4-FFF2-40B4-BE49-F238E27FC236}">
                <a16:creationId xmlns:a16="http://schemas.microsoft.com/office/drawing/2014/main" id="{CD11A545-0ED2-56F2-24DC-41695D5BEB77}"/>
              </a:ext>
            </a:extLst>
          </p:cNvPr>
          <p:cNvSpPr>
            <a:spLocks noGrp="1"/>
          </p:cNvSpPr>
          <p:nvPr>
            <p:ph type="body" sz="quarter" idx="24"/>
          </p:nvPr>
        </p:nvSpPr>
        <p:spPr>
          <a:xfrm>
            <a:off x="1919535" y="3168745"/>
            <a:ext cx="9058027" cy="762987"/>
          </a:xfrm>
          <a:prstGeom prst="roundRect">
            <a:avLst/>
          </a:prstGeom>
          <a:solidFill>
            <a:schemeClr val="bg1"/>
          </a:solidFill>
          <a:effectLst/>
        </p:spPr>
        <p:txBody>
          <a:bodyPr lIns="180000" tIns="36000" rIns="108000" bIns="36000" anchor="ctr" anchorCtr="0"/>
          <a:lstStyle>
            <a:lvl1pPr>
              <a:defRPr sz="20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30" name="Text Placeholder 10">
            <a:extLst>
              <a:ext uri="{FF2B5EF4-FFF2-40B4-BE49-F238E27FC236}">
                <a16:creationId xmlns:a16="http://schemas.microsoft.com/office/drawing/2014/main" id="{BD9AB617-E8A0-33C7-2FD7-C396B6B931A2}"/>
              </a:ext>
            </a:extLst>
          </p:cNvPr>
          <p:cNvSpPr>
            <a:spLocks noGrp="1"/>
          </p:cNvSpPr>
          <p:nvPr>
            <p:ph type="body" sz="quarter" idx="25" hasCustomPrompt="1"/>
          </p:nvPr>
        </p:nvSpPr>
        <p:spPr>
          <a:xfrm>
            <a:off x="604888" y="4112995"/>
            <a:ext cx="1170632" cy="762987"/>
          </a:xfrm>
          <a:prstGeom prst="roundRect">
            <a:avLst>
              <a:gd name="adj" fmla="val 16578"/>
            </a:avLst>
          </a:prstGeom>
          <a:solidFill>
            <a:srgbClr val="903137"/>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31" name="Text Placeholder 12">
            <a:extLst>
              <a:ext uri="{FF2B5EF4-FFF2-40B4-BE49-F238E27FC236}">
                <a16:creationId xmlns:a16="http://schemas.microsoft.com/office/drawing/2014/main" id="{1D7A6428-9966-1729-FB90-F36777EC52FB}"/>
              </a:ext>
            </a:extLst>
          </p:cNvPr>
          <p:cNvSpPr>
            <a:spLocks noGrp="1"/>
          </p:cNvSpPr>
          <p:nvPr>
            <p:ph type="body" sz="quarter" idx="26"/>
          </p:nvPr>
        </p:nvSpPr>
        <p:spPr>
          <a:xfrm>
            <a:off x="1919535" y="4112995"/>
            <a:ext cx="9058027" cy="762987"/>
          </a:xfrm>
          <a:prstGeom prst="roundRect">
            <a:avLst/>
          </a:prstGeom>
          <a:solidFill>
            <a:schemeClr val="bg1"/>
          </a:solidFill>
          <a:effectLst/>
        </p:spPr>
        <p:txBody>
          <a:bodyPr lIns="180000" tIns="36000" rIns="108000" bIns="36000" anchor="ctr" anchorCtr="0"/>
          <a:lstStyle>
            <a:lvl1pPr>
              <a:defRPr sz="20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32" name="Text Placeholder 10">
            <a:extLst>
              <a:ext uri="{FF2B5EF4-FFF2-40B4-BE49-F238E27FC236}">
                <a16:creationId xmlns:a16="http://schemas.microsoft.com/office/drawing/2014/main" id="{07333197-02A9-C1DE-F204-BB65D596EFA7}"/>
              </a:ext>
            </a:extLst>
          </p:cNvPr>
          <p:cNvSpPr>
            <a:spLocks noGrp="1"/>
          </p:cNvSpPr>
          <p:nvPr>
            <p:ph type="body" sz="quarter" idx="27" hasCustomPrompt="1"/>
          </p:nvPr>
        </p:nvSpPr>
        <p:spPr>
          <a:xfrm>
            <a:off x="604888" y="5057244"/>
            <a:ext cx="1170632" cy="762987"/>
          </a:xfrm>
          <a:prstGeom prst="roundRect">
            <a:avLst>
              <a:gd name="adj" fmla="val 16578"/>
            </a:avLst>
          </a:prstGeom>
          <a:solidFill>
            <a:schemeClr val="accent4"/>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33" name="Text Placeholder 12">
            <a:extLst>
              <a:ext uri="{FF2B5EF4-FFF2-40B4-BE49-F238E27FC236}">
                <a16:creationId xmlns:a16="http://schemas.microsoft.com/office/drawing/2014/main" id="{382A52BB-19D1-5573-C8A8-1FBB0E391961}"/>
              </a:ext>
            </a:extLst>
          </p:cNvPr>
          <p:cNvSpPr>
            <a:spLocks noGrp="1"/>
          </p:cNvSpPr>
          <p:nvPr>
            <p:ph type="body" sz="quarter" idx="28"/>
          </p:nvPr>
        </p:nvSpPr>
        <p:spPr>
          <a:xfrm>
            <a:off x="1919535" y="5057244"/>
            <a:ext cx="9058027" cy="762987"/>
          </a:xfrm>
          <a:prstGeom prst="roundRect">
            <a:avLst/>
          </a:prstGeom>
          <a:solidFill>
            <a:schemeClr val="bg1"/>
          </a:solidFill>
          <a:effectLst/>
        </p:spPr>
        <p:txBody>
          <a:bodyPr lIns="180000" tIns="36000" rIns="108000" bIns="36000" anchor="ctr" anchorCtr="0"/>
          <a:lstStyle>
            <a:lvl1pPr>
              <a:defRPr sz="2000"/>
            </a:lvl1pPr>
            <a:lvl2pPr marL="0" indent="0">
              <a:buNone/>
              <a:defRPr sz="1800"/>
            </a:lvl2pPr>
            <a:lvl3pPr>
              <a:defRPr sz="16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1109591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a:effectLst/>
        </p:spPr>
        <p:txBody>
          <a:body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280245"/>
            <a:ext cx="882600" cy="762987"/>
          </a:xfrm>
          <a:prstGeom prst="roundRect">
            <a:avLst>
              <a:gd name="adj" fmla="val 16578"/>
            </a:avLst>
          </a:prstGeom>
          <a:solidFill>
            <a:schemeClr val="tx2"/>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3" name="Text Placeholder 12">
            <a:extLst>
              <a:ext uri="{FF2B5EF4-FFF2-40B4-BE49-F238E27FC236}">
                <a16:creationId xmlns:a16="http://schemas.microsoft.com/office/drawing/2014/main" id="{8B533366-C09A-1990-971B-321FD977BD1A}"/>
              </a:ext>
            </a:extLst>
          </p:cNvPr>
          <p:cNvSpPr>
            <a:spLocks noGrp="1"/>
          </p:cNvSpPr>
          <p:nvPr>
            <p:ph type="body" sz="quarter" idx="20"/>
          </p:nvPr>
        </p:nvSpPr>
        <p:spPr>
          <a:xfrm>
            <a:off x="1559496" y="1280245"/>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 name="Text Placeholder 10">
            <a:extLst>
              <a:ext uri="{FF2B5EF4-FFF2-40B4-BE49-F238E27FC236}">
                <a16:creationId xmlns:a16="http://schemas.microsoft.com/office/drawing/2014/main" id="{98133203-4F64-57BE-57D4-5816AB38D6D3}"/>
              </a:ext>
            </a:extLst>
          </p:cNvPr>
          <p:cNvSpPr>
            <a:spLocks noGrp="1"/>
          </p:cNvSpPr>
          <p:nvPr>
            <p:ph type="body" sz="quarter" idx="21" hasCustomPrompt="1"/>
          </p:nvPr>
        </p:nvSpPr>
        <p:spPr>
          <a:xfrm>
            <a:off x="604888" y="2217021"/>
            <a:ext cx="882600" cy="762987"/>
          </a:xfrm>
          <a:prstGeom prst="roundRect">
            <a:avLst>
              <a:gd name="adj" fmla="val 16578"/>
            </a:avLst>
          </a:prstGeom>
          <a:solidFill>
            <a:schemeClr val="accent1"/>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7" name="Text Placeholder 12">
            <a:extLst>
              <a:ext uri="{FF2B5EF4-FFF2-40B4-BE49-F238E27FC236}">
                <a16:creationId xmlns:a16="http://schemas.microsoft.com/office/drawing/2014/main" id="{0272019D-D161-35B1-5862-4D645A82DF53}"/>
              </a:ext>
            </a:extLst>
          </p:cNvPr>
          <p:cNvSpPr>
            <a:spLocks noGrp="1"/>
          </p:cNvSpPr>
          <p:nvPr>
            <p:ph type="body" sz="quarter" idx="22"/>
          </p:nvPr>
        </p:nvSpPr>
        <p:spPr>
          <a:xfrm>
            <a:off x="1559496" y="2217021"/>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8" name="Text Placeholder 10">
            <a:extLst>
              <a:ext uri="{FF2B5EF4-FFF2-40B4-BE49-F238E27FC236}">
                <a16:creationId xmlns:a16="http://schemas.microsoft.com/office/drawing/2014/main" id="{4FC04771-9999-C7FF-A7E2-9B4B67B08951}"/>
              </a:ext>
            </a:extLst>
          </p:cNvPr>
          <p:cNvSpPr>
            <a:spLocks noGrp="1"/>
          </p:cNvSpPr>
          <p:nvPr>
            <p:ph type="body" sz="quarter" idx="23" hasCustomPrompt="1"/>
          </p:nvPr>
        </p:nvSpPr>
        <p:spPr>
          <a:xfrm>
            <a:off x="604888" y="3153797"/>
            <a:ext cx="882600" cy="762987"/>
          </a:xfrm>
          <a:prstGeom prst="roundRect">
            <a:avLst>
              <a:gd name="adj" fmla="val 16578"/>
            </a:avLst>
          </a:prstGeom>
          <a:solidFill>
            <a:srgbClr val="725F9F"/>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9" name="Text Placeholder 12">
            <a:extLst>
              <a:ext uri="{FF2B5EF4-FFF2-40B4-BE49-F238E27FC236}">
                <a16:creationId xmlns:a16="http://schemas.microsoft.com/office/drawing/2014/main" id="{F2527272-4DEB-4721-1AB9-B754404DA200}"/>
              </a:ext>
            </a:extLst>
          </p:cNvPr>
          <p:cNvSpPr>
            <a:spLocks noGrp="1"/>
          </p:cNvSpPr>
          <p:nvPr>
            <p:ph type="body" sz="quarter" idx="24"/>
          </p:nvPr>
        </p:nvSpPr>
        <p:spPr>
          <a:xfrm>
            <a:off x="1559496" y="3153797"/>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0" name="Text Placeholder 10">
            <a:extLst>
              <a:ext uri="{FF2B5EF4-FFF2-40B4-BE49-F238E27FC236}">
                <a16:creationId xmlns:a16="http://schemas.microsoft.com/office/drawing/2014/main" id="{8311C761-2577-B4FD-6C44-6AD97B2A0EDE}"/>
              </a:ext>
            </a:extLst>
          </p:cNvPr>
          <p:cNvSpPr>
            <a:spLocks noGrp="1"/>
          </p:cNvSpPr>
          <p:nvPr>
            <p:ph type="body" sz="quarter" idx="25" hasCustomPrompt="1"/>
          </p:nvPr>
        </p:nvSpPr>
        <p:spPr>
          <a:xfrm>
            <a:off x="604888" y="4090573"/>
            <a:ext cx="882600" cy="762987"/>
          </a:xfrm>
          <a:prstGeom prst="roundRect">
            <a:avLst>
              <a:gd name="adj" fmla="val 16578"/>
            </a:avLst>
          </a:prstGeom>
          <a:solidFill>
            <a:srgbClr val="903137"/>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2" name="Text Placeholder 12">
            <a:extLst>
              <a:ext uri="{FF2B5EF4-FFF2-40B4-BE49-F238E27FC236}">
                <a16:creationId xmlns:a16="http://schemas.microsoft.com/office/drawing/2014/main" id="{1BAE0C5E-2E24-5DC7-5B5D-BC08433C01AF}"/>
              </a:ext>
            </a:extLst>
          </p:cNvPr>
          <p:cNvSpPr>
            <a:spLocks noGrp="1"/>
          </p:cNvSpPr>
          <p:nvPr>
            <p:ph type="body" sz="quarter" idx="26"/>
          </p:nvPr>
        </p:nvSpPr>
        <p:spPr>
          <a:xfrm>
            <a:off x="1559496" y="4090573"/>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4" name="Text Placeholder 10">
            <a:extLst>
              <a:ext uri="{FF2B5EF4-FFF2-40B4-BE49-F238E27FC236}">
                <a16:creationId xmlns:a16="http://schemas.microsoft.com/office/drawing/2014/main" id="{845FC0A5-D275-6036-8E71-8D8E01369A9C}"/>
              </a:ext>
            </a:extLst>
          </p:cNvPr>
          <p:cNvSpPr>
            <a:spLocks noGrp="1"/>
          </p:cNvSpPr>
          <p:nvPr>
            <p:ph type="body" sz="quarter" idx="27" hasCustomPrompt="1"/>
          </p:nvPr>
        </p:nvSpPr>
        <p:spPr>
          <a:xfrm>
            <a:off x="604888" y="5027349"/>
            <a:ext cx="882600" cy="762987"/>
          </a:xfrm>
          <a:prstGeom prst="roundRect">
            <a:avLst>
              <a:gd name="adj" fmla="val 16578"/>
            </a:avLst>
          </a:prstGeom>
          <a:solidFill>
            <a:schemeClr val="accent4"/>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5" name="Text Placeholder 12">
            <a:extLst>
              <a:ext uri="{FF2B5EF4-FFF2-40B4-BE49-F238E27FC236}">
                <a16:creationId xmlns:a16="http://schemas.microsoft.com/office/drawing/2014/main" id="{C7BAA72C-3294-3D72-A2EB-C284BBE3BDFE}"/>
              </a:ext>
            </a:extLst>
          </p:cNvPr>
          <p:cNvSpPr>
            <a:spLocks noGrp="1"/>
          </p:cNvSpPr>
          <p:nvPr>
            <p:ph type="body" sz="quarter" idx="28"/>
          </p:nvPr>
        </p:nvSpPr>
        <p:spPr>
          <a:xfrm>
            <a:off x="1559496" y="5027349"/>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6" name="Text Placeholder 10">
            <a:extLst>
              <a:ext uri="{FF2B5EF4-FFF2-40B4-BE49-F238E27FC236}">
                <a16:creationId xmlns:a16="http://schemas.microsoft.com/office/drawing/2014/main" id="{2DC16744-9C4F-71DB-3CA2-E91C910F0FF6}"/>
              </a:ext>
            </a:extLst>
          </p:cNvPr>
          <p:cNvSpPr>
            <a:spLocks noGrp="1"/>
          </p:cNvSpPr>
          <p:nvPr>
            <p:ph type="body" sz="quarter" idx="29" hasCustomPrompt="1"/>
          </p:nvPr>
        </p:nvSpPr>
        <p:spPr>
          <a:xfrm>
            <a:off x="6318054" y="1280245"/>
            <a:ext cx="882600" cy="762987"/>
          </a:xfrm>
          <a:prstGeom prst="roundRect">
            <a:avLst>
              <a:gd name="adj" fmla="val 16578"/>
            </a:avLst>
          </a:prstGeom>
          <a:solidFill>
            <a:schemeClr val="accent4"/>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7" name="Text Placeholder 12">
            <a:extLst>
              <a:ext uri="{FF2B5EF4-FFF2-40B4-BE49-F238E27FC236}">
                <a16:creationId xmlns:a16="http://schemas.microsoft.com/office/drawing/2014/main" id="{F40EC393-C151-7750-132E-935793D56110}"/>
              </a:ext>
            </a:extLst>
          </p:cNvPr>
          <p:cNvSpPr>
            <a:spLocks noGrp="1"/>
          </p:cNvSpPr>
          <p:nvPr>
            <p:ph type="body" sz="quarter" idx="30"/>
          </p:nvPr>
        </p:nvSpPr>
        <p:spPr>
          <a:xfrm>
            <a:off x="7272662" y="1280245"/>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8" name="Text Placeholder 10">
            <a:extLst>
              <a:ext uri="{FF2B5EF4-FFF2-40B4-BE49-F238E27FC236}">
                <a16:creationId xmlns:a16="http://schemas.microsoft.com/office/drawing/2014/main" id="{8AD93EA8-D7BB-59CC-85DB-F87646905CB7}"/>
              </a:ext>
            </a:extLst>
          </p:cNvPr>
          <p:cNvSpPr>
            <a:spLocks noGrp="1"/>
          </p:cNvSpPr>
          <p:nvPr>
            <p:ph type="body" sz="quarter" idx="31" hasCustomPrompt="1"/>
          </p:nvPr>
        </p:nvSpPr>
        <p:spPr>
          <a:xfrm>
            <a:off x="6318054" y="2217021"/>
            <a:ext cx="882600" cy="762987"/>
          </a:xfrm>
          <a:prstGeom prst="roundRect">
            <a:avLst>
              <a:gd name="adj" fmla="val 16578"/>
            </a:avLst>
          </a:prstGeom>
          <a:solidFill>
            <a:srgbClr val="903137"/>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9" name="Text Placeholder 12">
            <a:extLst>
              <a:ext uri="{FF2B5EF4-FFF2-40B4-BE49-F238E27FC236}">
                <a16:creationId xmlns:a16="http://schemas.microsoft.com/office/drawing/2014/main" id="{AE1FE3DC-02C3-919A-3BD6-B5D495330EB2}"/>
              </a:ext>
            </a:extLst>
          </p:cNvPr>
          <p:cNvSpPr>
            <a:spLocks noGrp="1"/>
          </p:cNvSpPr>
          <p:nvPr>
            <p:ph type="body" sz="quarter" idx="32"/>
          </p:nvPr>
        </p:nvSpPr>
        <p:spPr>
          <a:xfrm>
            <a:off x="7272662" y="2217021"/>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0" name="Text Placeholder 10">
            <a:extLst>
              <a:ext uri="{FF2B5EF4-FFF2-40B4-BE49-F238E27FC236}">
                <a16:creationId xmlns:a16="http://schemas.microsoft.com/office/drawing/2014/main" id="{21B1D7CE-3725-3D82-4966-5CC3143777BE}"/>
              </a:ext>
            </a:extLst>
          </p:cNvPr>
          <p:cNvSpPr>
            <a:spLocks noGrp="1"/>
          </p:cNvSpPr>
          <p:nvPr>
            <p:ph type="body" sz="quarter" idx="33" hasCustomPrompt="1"/>
          </p:nvPr>
        </p:nvSpPr>
        <p:spPr>
          <a:xfrm>
            <a:off x="6318054" y="3153797"/>
            <a:ext cx="882600" cy="762987"/>
          </a:xfrm>
          <a:prstGeom prst="roundRect">
            <a:avLst>
              <a:gd name="adj" fmla="val 16578"/>
            </a:avLst>
          </a:prstGeom>
          <a:solidFill>
            <a:srgbClr val="00828E"/>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1" name="Text Placeholder 12">
            <a:extLst>
              <a:ext uri="{FF2B5EF4-FFF2-40B4-BE49-F238E27FC236}">
                <a16:creationId xmlns:a16="http://schemas.microsoft.com/office/drawing/2014/main" id="{120ABD41-6411-0032-ED74-754B584BDD00}"/>
              </a:ext>
            </a:extLst>
          </p:cNvPr>
          <p:cNvSpPr>
            <a:spLocks noGrp="1"/>
          </p:cNvSpPr>
          <p:nvPr>
            <p:ph type="body" sz="quarter" idx="34"/>
          </p:nvPr>
        </p:nvSpPr>
        <p:spPr>
          <a:xfrm>
            <a:off x="7272662" y="3153797"/>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2" name="Text Placeholder 10">
            <a:extLst>
              <a:ext uri="{FF2B5EF4-FFF2-40B4-BE49-F238E27FC236}">
                <a16:creationId xmlns:a16="http://schemas.microsoft.com/office/drawing/2014/main" id="{B0EA3F71-0B74-D57D-FE18-D3868E8EC5E7}"/>
              </a:ext>
            </a:extLst>
          </p:cNvPr>
          <p:cNvSpPr>
            <a:spLocks noGrp="1"/>
          </p:cNvSpPr>
          <p:nvPr>
            <p:ph type="body" sz="quarter" idx="35" hasCustomPrompt="1"/>
          </p:nvPr>
        </p:nvSpPr>
        <p:spPr>
          <a:xfrm>
            <a:off x="6318054" y="4090573"/>
            <a:ext cx="882600" cy="762987"/>
          </a:xfrm>
          <a:prstGeom prst="roundRect">
            <a:avLst>
              <a:gd name="adj" fmla="val 16578"/>
            </a:avLst>
          </a:prstGeom>
          <a:solidFill>
            <a:schemeClr val="tx2"/>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3" name="Text Placeholder 12">
            <a:extLst>
              <a:ext uri="{FF2B5EF4-FFF2-40B4-BE49-F238E27FC236}">
                <a16:creationId xmlns:a16="http://schemas.microsoft.com/office/drawing/2014/main" id="{1A91A27B-9632-A883-4F3D-6CE39B7A0FAC}"/>
              </a:ext>
            </a:extLst>
          </p:cNvPr>
          <p:cNvSpPr>
            <a:spLocks noGrp="1"/>
          </p:cNvSpPr>
          <p:nvPr>
            <p:ph type="body" sz="quarter" idx="36"/>
          </p:nvPr>
        </p:nvSpPr>
        <p:spPr>
          <a:xfrm>
            <a:off x="7272662" y="4090573"/>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4" name="Text Placeholder 10">
            <a:extLst>
              <a:ext uri="{FF2B5EF4-FFF2-40B4-BE49-F238E27FC236}">
                <a16:creationId xmlns:a16="http://schemas.microsoft.com/office/drawing/2014/main" id="{CFBE5867-89F2-BDC3-5FD2-85081416C7E1}"/>
              </a:ext>
            </a:extLst>
          </p:cNvPr>
          <p:cNvSpPr>
            <a:spLocks noGrp="1"/>
          </p:cNvSpPr>
          <p:nvPr>
            <p:ph type="body" sz="quarter" idx="37" hasCustomPrompt="1"/>
          </p:nvPr>
        </p:nvSpPr>
        <p:spPr>
          <a:xfrm>
            <a:off x="6318054" y="5027349"/>
            <a:ext cx="882600" cy="762987"/>
          </a:xfrm>
          <a:prstGeom prst="roundRect">
            <a:avLst>
              <a:gd name="adj" fmla="val 16578"/>
            </a:avLst>
          </a:prstGeom>
          <a:solidFill>
            <a:schemeClr val="accent1"/>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1"/>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5" name="Text Placeholder 12">
            <a:extLst>
              <a:ext uri="{FF2B5EF4-FFF2-40B4-BE49-F238E27FC236}">
                <a16:creationId xmlns:a16="http://schemas.microsoft.com/office/drawing/2014/main" id="{EFD42819-4EAC-7B96-83E6-9628598CD72A}"/>
              </a:ext>
            </a:extLst>
          </p:cNvPr>
          <p:cNvSpPr>
            <a:spLocks noGrp="1"/>
          </p:cNvSpPr>
          <p:nvPr>
            <p:ph type="body" sz="quarter" idx="38"/>
          </p:nvPr>
        </p:nvSpPr>
        <p:spPr>
          <a:xfrm>
            <a:off x="7272662" y="5027349"/>
            <a:ext cx="4320479" cy="762987"/>
          </a:xfrm>
          <a:prstGeom prst="roundRect">
            <a:avLst/>
          </a:prstGeom>
          <a:noFill/>
          <a:effectLst/>
        </p:spPr>
        <p:txBody>
          <a:bodyPr lIns="180000" tIns="36000" rIns="108000" bIns="36000" anchor="ctr" anchorCtr="0"/>
          <a:lstStyle>
            <a:lvl1pPr>
              <a:defRPr sz="1600"/>
            </a:lvl1pPr>
            <a:lvl2pPr marL="0" indent="0">
              <a:buNone/>
              <a:defRPr sz="1800"/>
            </a:lvl2pPr>
            <a:lvl3pPr>
              <a:defRPr sz="16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1645282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Grey">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7977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 Gr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9E83-6390-8B30-64ED-3C9F7618E684}"/>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7576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0D1D02-C702-F3EC-B1CD-93A42292F77C}"/>
              </a:ext>
            </a:extLst>
          </p:cNvPr>
          <p:cNvSpPr>
            <a:spLocks noGrp="1"/>
          </p:cNvSpPr>
          <p:nvPr>
            <p:ph type="title"/>
          </p:nvPr>
        </p:nvSpPr>
        <p:spPr/>
        <p:txBody>
          <a:bodyPr/>
          <a:lstStyle/>
          <a:p>
            <a:r>
              <a:rPr lang="en-US"/>
              <a:t>Click to edit Master title style</a:t>
            </a:r>
            <a:endParaRPr lang="de-DE"/>
          </a:p>
        </p:txBody>
      </p:sp>
      <p:sp>
        <p:nvSpPr>
          <p:cNvPr id="4" name="Text Placeholder 2">
            <a:extLst>
              <a:ext uri="{FF2B5EF4-FFF2-40B4-BE49-F238E27FC236}">
                <a16:creationId xmlns:a16="http://schemas.microsoft.com/office/drawing/2014/main" id="{690483C6-7F8A-AB79-1BD1-50F6ECF08CDA}"/>
              </a:ext>
            </a:extLst>
          </p:cNvPr>
          <p:cNvSpPr>
            <a:spLocks noGrp="1"/>
          </p:cNvSpPr>
          <p:nvPr>
            <p:ph type="body" sz="quarter" idx="14"/>
          </p:nvPr>
        </p:nvSpPr>
        <p:spPr>
          <a:xfrm>
            <a:off x="604837" y="1268412"/>
            <a:ext cx="10978761" cy="5113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1910052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for Shape and Content - Grey">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B35260-7841-38BE-7139-66A898987561}"/>
              </a:ext>
            </a:extLst>
          </p:cNvPr>
          <p:cNvSpPr>
            <a:spLocks noGrp="1"/>
          </p:cNvSpPr>
          <p:nvPr>
            <p:ph type="body" sz="quarter" idx="14"/>
          </p:nvPr>
        </p:nvSpPr>
        <p:spPr>
          <a:xfrm>
            <a:off x="6768878" y="1052736"/>
            <a:ext cx="4814720" cy="53290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9" name="Title 8">
            <a:extLst>
              <a:ext uri="{FF2B5EF4-FFF2-40B4-BE49-F238E27FC236}">
                <a16:creationId xmlns:a16="http://schemas.microsoft.com/office/drawing/2014/main" id="{83878631-F2CE-15B4-9176-5BC4E15A30F1}"/>
              </a:ext>
            </a:extLst>
          </p:cNvPr>
          <p:cNvSpPr>
            <a:spLocks noGrp="1"/>
          </p:cNvSpPr>
          <p:nvPr>
            <p:ph type="title"/>
          </p:nvPr>
        </p:nvSpPr>
        <p:spPr>
          <a:xfrm>
            <a:off x="618991" y="630763"/>
            <a:ext cx="4540905" cy="2798237"/>
          </a:xfrm>
        </p:spPr>
        <p:txBody>
          <a:bodyPr anchor="t"/>
          <a:lstStyle>
            <a:lvl1pPr>
              <a:lnSpc>
                <a:spcPct val="100000"/>
              </a:lnSpc>
              <a:defRPr sz="4000" b="1">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031772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and Image right small - Grey">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5582949-6CD2-4CFC-213D-F7692F2C94D5}"/>
              </a:ext>
            </a:extLst>
          </p:cNvPr>
          <p:cNvSpPr>
            <a:spLocks noGrp="1"/>
          </p:cNvSpPr>
          <p:nvPr>
            <p:ph type="body" sz="quarter" idx="14"/>
          </p:nvPr>
        </p:nvSpPr>
        <p:spPr>
          <a:xfrm>
            <a:off x="1214438" y="1484784"/>
            <a:ext cx="9763125" cy="1224136"/>
          </a:xfrm>
        </p:spPr>
        <p:txBody>
          <a:bodyPr>
            <a:normAutofit/>
          </a:bodyPr>
          <a:lstStyle>
            <a:lvl1pPr>
              <a:spcBef>
                <a:spcPts val="1200"/>
              </a:spcBef>
              <a:defRPr sz="1900"/>
            </a:lvl1pPr>
            <a:lvl2pPr>
              <a:defRPr sz="19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00483E04-E938-D28E-1C6F-DCE4167D9664}"/>
              </a:ext>
            </a:extLst>
          </p:cNvPr>
          <p:cNvSpPr>
            <a:spLocks noGrp="1"/>
          </p:cNvSpPr>
          <p:nvPr>
            <p:ph type="title"/>
          </p:nvPr>
        </p:nvSpPr>
        <p:spPr/>
        <p:txBody>
          <a:bodyPr/>
          <a:lstStyle/>
          <a:p>
            <a:r>
              <a:rPr lang="en-US"/>
              <a:t>Click to edit Master title style</a:t>
            </a:r>
            <a:endParaRPr lang="de-DE"/>
          </a:p>
        </p:txBody>
      </p:sp>
      <p:sp>
        <p:nvSpPr>
          <p:cNvPr id="6" name="Text Placeholder 2">
            <a:extLst>
              <a:ext uri="{FF2B5EF4-FFF2-40B4-BE49-F238E27FC236}">
                <a16:creationId xmlns:a16="http://schemas.microsoft.com/office/drawing/2014/main" id="{C4660CD5-A465-772A-71DF-6F28D10C9F35}"/>
              </a:ext>
            </a:extLst>
          </p:cNvPr>
          <p:cNvSpPr>
            <a:spLocks noGrp="1"/>
          </p:cNvSpPr>
          <p:nvPr>
            <p:ph type="body" sz="quarter" idx="15"/>
          </p:nvPr>
        </p:nvSpPr>
        <p:spPr>
          <a:xfrm>
            <a:off x="1214438" y="2934610"/>
            <a:ext cx="4881562" cy="3086677"/>
          </a:xfrm>
        </p:spPr>
        <p:txBody>
          <a:bodyPr>
            <a:normAutofit/>
          </a:bodyPr>
          <a:lstStyle>
            <a:lvl1pPr>
              <a:spcBef>
                <a:spcPts val="1200"/>
              </a:spcBef>
              <a:defRPr sz="1900"/>
            </a:lvl1pPr>
            <a:lvl2pPr>
              <a:defRPr sz="19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Bildplatzhalter 4">
            <a:extLst>
              <a:ext uri="{FF2B5EF4-FFF2-40B4-BE49-F238E27FC236}">
                <a16:creationId xmlns:a16="http://schemas.microsoft.com/office/drawing/2014/main" id="{3A8731EA-0B3D-A0C5-A964-2CB34368FB7D}"/>
              </a:ext>
            </a:extLst>
          </p:cNvPr>
          <p:cNvSpPr>
            <a:spLocks noGrp="1"/>
          </p:cNvSpPr>
          <p:nvPr>
            <p:ph type="pic" sz="quarter" idx="10" hasCustomPrompt="1"/>
          </p:nvPr>
        </p:nvSpPr>
        <p:spPr>
          <a:xfrm>
            <a:off x="6096000" y="2708920"/>
            <a:ext cx="5487598" cy="3823529"/>
          </a:xfrm>
          <a:noFill/>
        </p:spPr>
        <p:txBody>
          <a:bodyPr/>
          <a:lstStyle>
            <a:lvl1pPr>
              <a:defRPr/>
            </a:lvl1pPr>
          </a:lstStyle>
          <a:p>
            <a:r>
              <a:rPr lang="de-DE"/>
              <a:t>Click on </a:t>
            </a:r>
            <a:r>
              <a:rPr lang="de-DE" err="1"/>
              <a:t>the</a:t>
            </a:r>
            <a:r>
              <a:rPr lang="de-DE"/>
              <a:t> </a:t>
            </a:r>
            <a:r>
              <a:rPr lang="de-DE" err="1"/>
              <a:t>icon</a:t>
            </a:r>
            <a:r>
              <a:rPr lang="de-DE"/>
              <a:t> and </a:t>
            </a:r>
            <a:r>
              <a:rPr lang="de-DE" err="1"/>
              <a:t>insert</a:t>
            </a:r>
            <a:r>
              <a:rPr lang="de-DE"/>
              <a:t> </a:t>
            </a:r>
            <a:r>
              <a:rPr lang="de-DE" err="1"/>
              <a:t>illustration</a:t>
            </a:r>
            <a:r>
              <a:rPr lang="de-DE"/>
              <a:t>, </a:t>
            </a:r>
            <a:r>
              <a:rPr lang="de-DE" err="1"/>
              <a:t>adjust</a:t>
            </a:r>
            <a:r>
              <a:rPr lang="de-DE"/>
              <a:t> </a:t>
            </a:r>
            <a:r>
              <a:rPr lang="de-DE" err="1"/>
              <a:t>the</a:t>
            </a:r>
            <a:r>
              <a:rPr lang="de-DE"/>
              <a:t> </a:t>
            </a:r>
            <a:r>
              <a:rPr lang="de-DE" err="1"/>
              <a:t>size</a:t>
            </a:r>
            <a:r>
              <a:rPr lang="de-DE"/>
              <a:t> </a:t>
            </a:r>
            <a:r>
              <a:rPr lang="de-DE" err="1"/>
              <a:t>with</a:t>
            </a:r>
            <a:r>
              <a:rPr lang="de-DE"/>
              <a:t> </a:t>
            </a:r>
            <a:r>
              <a:rPr lang="de-DE" err="1"/>
              <a:t>the</a:t>
            </a:r>
            <a:r>
              <a:rPr lang="de-DE"/>
              <a:t> </a:t>
            </a:r>
            <a:r>
              <a:rPr lang="de-DE" err="1"/>
              <a:t>crop</a:t>
            </a:r>
            <a:r>
              <a:rPr lang="de-DE"/>
              <a:t> </a:t>
            </a:r>
            <a:r>
              <a:rPr lang="de-DE" err="1"/>
              <a:t>tool</a:t>
            </a:r>
            <a:r>
              <a:rPr lang="de-DE"/>
              <a:t> </a:t>
            </a:r>
            <a:r>
              <a:rPr lang="de-DE" err="1"/>
              <a:t>under</a:t>
            </a:r>
            <a:r>
              <a:rPr lang="de-DE"/>
              <a:t> </a:t>
            </a:r>
            <a:r>
              <a:rPr lang="de-DE" err="1"/>
              <a:t>picture</a:t>
            </a:r>
            <a:r>
              <a:rPr lang="de-DE"/>
              <a:t> </a:t>
            </a:r>
            <a:r>
              <a:rPr lang="de-DE" err="1"/>
              <a:t>format</a:t>
            </a:r>
            <a:endParaRPr lang="de-DE"/>
          </a:p>
        </p:txBody>
      </p:sp>
    </p:spTree>
    <p:extLst>
      <p:ext uri="{BB962C8B-B14F-4D97-AF65-F5344CB8AC3E}">
        <p14:creationId xmlns:p14="http://schemas.microsoft.com/office/powerpoint/2010/main" val="153055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col and Image right high">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5582949-6CD2-4CFC-213D-F7692F2C94D5}"/>
              </a:ext>
            </a:extLst>
          </p:cNvPr>
          <p:cNvSpPr>
            <a:spLocks noGrp="1"/>
          </p:cNvSpPr>
          <p:nvPr>
            <p:ph type="body" sz="quarter" idx="14"/>
          </p:nvPr>
        </p:nvSpPr>
        <p:spPr>
          <a:xfrm>
            <a:off x="1214439" y="1484784"/>
            <a:ext cx="6897785" cy="4176464"/>
          </a:xfrm>
        </p:spPr>
        <p:txBody>
          <a:bodyPr numCol="2" spcCol="252000">
            <a:noAutofit/>
          </a:bodyPr>
          <a:lstStyle>
            <a:lvl1pPr>
              <a:spcBef>
                <a:spcPts val="1200"/>
              </a:spcBef>
              <a:defRPr sz="1900"/>
            </a:lvl1pPr>
            <a:lvl2pPr>
              <a:defRPr sz="19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00483E04-E938-D28E-1C6F-DCE4167D9664}"/>
              </a:ext>
            </a:extLst>
          </p:cNvPr>
          <p:cNvSpPr>
            <a:spLocks noGrp="1"/>
          </p:cNvSpPr>
          <p:nvPr>
            <p:ph type="title"/>
          </p:nvPr>
        </p:nvSpPr>
        <p:spPr/>
        <p:txBody>
          <a:bodyPr/>
          <a:lstStyle/>
          <a:p>
            <a:r>
              <a:rPr lang="en-US"/>
              <a:t>Click to edit Master title style</a:t>
            </a:r>
            <a:endParaRPr lang="de-DE"/>
          </a:p>
        </p:txBody>
      </p:sp>
      <p:sp>
        <p:nvSpPr>
          <p:cNvPr id="10" name="Bildplatzhalter 4">
            <a:extLst>
              <a:ext uri="{FF2B5EF4-FFF2-40B4-BE49-F238E27FC236}">
                <a16:creationId xmlns:a16="http://schemas.microsoft.com/office/drawing/2014/main" id="{3A8731EA-0B3D-A0C5-A964-2CB34368FB7D}"/>
              </a:ext>
            </a:extLst>
          </p:cNvPr>
          <p:cNvSpPr>
            <a:spLocks noGrp="1"/>
          </p:cNvSpPr>
          <p:nvPr>
            <p:ph type="pic" sz="quarter" idx="10" hasCustomPrompt="1"/>
          </p:nvPr>
        </p:nvSpPr>
        <p:spPr>
          <a:xfrm>
            <a:off x="8256240" y="692697"/>
            <a:ext cx="3327358" cy="5822404"/>
          </a:xfrm>
          <a:noFill/>
        </p:spPr>
        <p:txBody>
          <a:bodyPr/>
          <a:lstStyle>
            <a:lvl1pPr>
              <a:defRPr/>
            </a:lvl1pPr>
          </a:lstStyle>
          <a:p>
            <a:r>
              <a:rPr lang="de-DE"/>
              <a:t>Click on </a:t>
            </a:r>
            <a:r>
              <a:rPr lang="de-DE" err="1"/>
              <a:t>the</a:t>
            </a:r>
            <a:r>
              <a:rPr lang="de-DE"/>
              <a:t> </a:t>
            </a:r>
            <a:r>
              <a:rPr lang="de-DE" err="1"/>
              <a:t>icon</a:t>
            </a:r>
            <a:r>
              <a:rPr lang="de-DE"/>
              <a:t> and </a:t>
            </a:r>
            <a:r>
              <a:rPr lang="de-DE" err="1"/>
              <a:t>insert</a:t>
            </a:r>
            <a:r>
              <a:rPr lang="de-DE"/>
              <a:t> </a:t>
            </a:r>
            <a:r>
              <a:rPr lang="de-DE" err="1"/>
              <a:t>illustration</a:t>
            </a:r>
            <a:r>
              <a:rPr lang="de-DE"/>
              <a:t>, </a:t>
            </a:r>
            <a:r>
              <a:rPr lang="de-DE" err="1"/>
              <a:t>adjust</a:t>
            </a:r>
            <a:r>
              <a:rPr lang="de-DE"/>
              <a:t> </a:t>
            </a:r>
            <a:r>
              <a:rPr lang="de-DE" err="1"/>
              <a:t>the</a:t>
            </a:r>
            <a:r>
              <a:rPr lang="de-DE"/>
              <a:t> </a:t>
            </a:r>
            <a:r>
              <a:rPr lang="de-DE" err="1"/>
              <a:t>size</a:t>
            </a:r>
            <a:r>
              <a:rPr lang="de-DE"/>
              <a:t> </a:t>
            </a:r>
            <a:r>
              <a:rPr lang="de-DE" err="1"/>
              <a:t>with</a:t>
            </a:r>
            <a:r>
              <a:rPr lang="de-DE"/>
              <a:t> </a:t>
            </a:r>
            <a:r>
              <a:rPr lang="de-DE" err="1"/>
              <a:t>the</a:t>
            </a:r>
            <a:r>
              <a:rPr lang="de-DE"/>
              <a:t> </a:t>
            </a:r>
            <a:r>
              <a:rPr lang="de-DE" err="1"/>
              <a:t>crop</a:t>
            </a:r>
            <a:r>
              <a:rPr lang="de-DE"/>
              <a:t> </a:t>
            </a:r>
            <a:r>
              <a:rPr lang="de-DE" err="1"/>
              <a:t>tool</a:t>
            </a:r>
            <a:r>
              <a:rPr lang="de-DE"/>
              <a:t> </a:t>
            </a:r>
            <a:r>
              <a:rPr lang="de-DE" err="1"/>
              <a:t>under</a:t>
            </a:r>
            <a:r>
              <a:rPr lang="de-DE"/>
              <a:t> </a:t>
            </a:r>
            <a:r>
              <a:rPr lang="de-DE" err="1"/>
              <a:t>picture</a:t>
            </a:r>
            <a:r>
              <a:rPr lang="de-DE"/>
              <a:t> </a:t>
            </a:r>
            <a:r>
              <a:rPr lang="de-DE" err="1"/>
              <a:t>format</a:t>
            </a:r>
            <a:endParaRPr lang="de-DE"/>
          </a:p>
        </p:txBody>
      </p:sp>
    </p:spTree>
    <p:extLst>
      <p:ext uri="{BB962C8B-B14F-4D97-AF65-F5344CB8AC3E}">
        <p14:creationId xmlns:p14="http://schemas.microsoft.com/office/powerpoint/2010/main" val="205719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1 col and Image right">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5582949-6CD2-4CFC-213D-F7692F2C94D5}"/>
              </a:ext>
            </a:extLst>
          </p:cNvPr>
          <p:cNvSpPr>
            <a:spLocks noGrp="1"/>
          </p:cNvSpPr>
          <p:nvPr>
            <p:ph type="body" sz="quarter" idx="14"/>
          </p:nvPr>
        </p:nvSpPr>
        <p:spPr>
          <a:xfrm>
            <a:off x="1214440" y="1484784"/>
            <a:ext cx="5554440" cy="4176464"/>
          </a:xfrm>
        </p:spPr>
        <p:txBody>
          <a:bodyPr numCol="1" spcCol="0">
            <a:noAutofit/>
          </a:bodyPr>
          <a:lstStyle>
            <a:lvl1pPr>
              <a:spcBef>
                <a:spcPts val="1200"/>
              </a:spcBef>
              <a:defRPr sz="1900"/>
            </a:lvl1pPr>
            <a:lvl2pPr>
              <a:defRPr sz="19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00483E04-E938-D28E-1C6F-DCE4167D9664}"/>
              </a:ext>
            </a:extLst>
          </p:cNvPr>
          <p:cNvSpPr>
            <a:spLocks noGrp="1"/>
          </p:cNvSpPr>
          <p:nvPr>
            <p:ph type="title"/>
          </p:nvPr>
        </p:nvSpPr>
        <p:spPr/>
        <p:txBody>
          <a:bodyPr/>
          <a:lstStyle/>
          <a:p>
            <a:r>
              <a:rPr lang="en-US"/>
              <a:t>Click to edit Master title style</a:t>
            </a:r>
            <a:endParaRPr lang="de-DE"/>
          </a:p>
        </p:txBody>
      </p:sp>
      <p:sp>
        <p:nvSpPr>
          <p:cNvPr id="12" name="Bildplatzhalter 4">
            <a:extLst>
              <a:ext uri="{FF2B5EF4-FFF2-40B4-BE49-F238E27FC236}">
                <a16:creationId xmlns:a16="http://schemas.microsoft.com/office/drawing/2014/main" id="{8B2DAEBC-CDF9-AA68-DB9D-A6EBBBE540B2}"/>
              </a:ext>
            </a:extLst>
          </p:cNvPr>
          <p:cNvSpPr>
            <a:spLocks noGrp="1"/>
          </p:cNvSpPr>
          <p:nvPr>
            <p:ph type="pic" sz="quarter" idx="10" hasCustomPrompt="1"/>
          </p:nvPr>
        </p:nvSpPr>
        <p:spPr>
          <a:xfrm>
            <a:off x="6960096" y="1268413"/>
            <a:ext cx="5231904" cy="5113337"/>
          </a:xfrm>
          <a:noFill/>
        </p:spPr>
        <p:txBody>
          <a:bodyPr/>
          <a:lstStyle>
            <a:lvl1pPr>
              <a:defRPr/>
            </a:lvl1pPr>
          </a:lstStyle>
          <a:p>
            <a:r>
              <a:rPr lang="de-DE"/>
              <a:t>Click on </a:t>
            </a:r>
            <a:r>
              <a:rPr lang="de-DE" err="1"/>
              <a:t>the</a:t>
            </a:r>
            <a:r>
              <a:rPr lang="de-DE"/>
              <a:t> </a:t>
            </a:r>
            <a:r>
              <a:rPr lang="de-DE" err="1"/>
              <a:t>icon</a:t>
            </a:r>
            <a:r>
              <a:rPr lang="de-DE"/>
              <a:t> and </a:t>
            </a:r>
            <a:r>
              <a:rPr lang="de-DE" err="1"/>
              <a:t>insert</a:t>
            </a:r>
            <a:r>
              <a:rPr lang="de-DE"/>
              <a:t> </a:t>
            </a:r>
            <a:r>
              <a:rPr lang="de-DE" err="1"/>
              <a:t>illustration</a:t>
            </a:r>
            <a:r>
              <a:rPr lang="de-DE"/>
              <a:t>, </a:t>
            </a:r>
            <a:r>
              <a:rPr lang="de-DE" err="1"/>
              <a:t>adjust</a:t>
            </a:r>
            <a:r>
              <a:rPr lang="de-DE"/>
              <a:t> </a:t>
            </a:r>
            <a:r>
              <a:rPr lang="de-DE" err="1"/>
              <a:t>the</a:t>
            </a:r>
            <a:r>
              <a:rPr lang="de-DE"/>
              <a:t> </a:t>
            </a:r>
            <a:r>
              <a:rPr lang="de-DE" err="1"/>
              <a:t>size</a:t>
            </a:r>
            <a:r>
              <a:rPr lang="de-DE"/>
              <a:t> </a:t>
            </a:r>
            <a:r>
              <a:rPr lang="de-DE" err="1"/>
              <a:t>with</a:t>
            </a:r>
            <a:r>
              <a:rPr lang="de-DE"/>
              <a:t> </a:t>
            </a:r>
            <a:r>
              <a:rPr lang="de-DE" err="1"/>
              <a:t>the</a:t>
            </a:r>
            <a:r>
              <a:rPr lang="de-DE"/>
              <a:t> </a:t>
            </a:r>
            <a:r>
              <a:rPr lang="de-DE" err="1"/>
              <a:t>crop</a:t>
            </a:r>
            <a:r>
              <a:rPr lang="de-DE"/>
              <a:t> </a:t>
            </a:r>
            <a:r>
              <a:rPr lang="de-DE" err="1"/>
              <a:t>tool</a:t>
            </a:r>
            <a:r>
              <a:rPr lang="de-DE"/>
              <a:t> </a:t>
            </a:r>
            <a:r>
              <a:rPr lang="de-DE" err="1"/>
              <a:t>under</a:t>
            </a:r>
            <a:r>
              <a:rPr lang="de-DE"/>
              <a:t> </a:t>
            </a:r>
            <a:r>
              <a:rPr lang="de-DE" err="1"/>
              <a:t>picture</a:t>
            </a:r>
            <a:r>
              <a:rPr lang="de-DE"/>
              <a:t> </a:t>
            </a:r>
            <a:r>
              <a:rPr lang="de-DE" err="1"/>
              <a:t>format</a:t>
            </a:r>
            <a:endParaRPr lang="de-DE"/>
          </a:p>
        </p:txBody>
      </p:sp>
    </p:spTree>
    <p:extLst>
      <p:ext uri="{BB962C8B-B14F-4D97-AF65-F5344CB8AC3E}">
        <p14:creationId xmlns:p14="http://schemas.microsoft.com/office/powerpoint/2010/main" val="3788120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 Page - Grey">
    <p:spTree>
      <p:nvGrpSpPr>
        <p:cNvPr id="1" name=""/>
        <p:cNvGrpSpPr/>
        <p:nvPr/>
      </p:nvGrpSpPr>
      <p:grpSpPr>
        <a:xfrm>
          <a:off x="0" y="0"/>
          <a:ext cx="0" cy="0"/>
          <a:chOff x="0" y="0"/>
          <a:chExt cx="0" cy="0"/>
        </a:xfrm>
      </p:grpSpPr>
      <p:sp>
        <p:nvSpPr>
          <p:cNvPr id="15" name="Freeform: Shape 2">
            <a:extLst>
              <a:ext uri="{FF2B5EF4-FFF2-40B4-BE49-F238E27FC236}">
                <a16:creationId xmlns:a16="http://schemas.microsoft.com/office/drawing/2014/main" id="{36129D61-FC8F-76CB-34BE-59250C26C2E3}"/>
              </a:ext>
            </a:extLst>
          </p:cNvPr>
          <p:cNvSpPr>
            <a:spLocks noChangeAspect="1"/>
          </p:cNvSpPr>
          <p:nvPr userDrawn="1"/>
        </p:nvSpPr>
        <p:spPr>
          <a:xfrm rot="10800000" flipV="1">
            <a:off x="1" y="0"/>
            <a:ext cx="4295799" cy="6181095"/>
          </a:xfrm>
          <a:custGeom>
            <a:avLst/>
            <a:gdLst>
              <a:gd name="connsiteX0" fmla="*/ 4269986 w 4269986"/>
              <a:gd name="connsiteY0" fmla="*/ 6154742 h 6154742"/>
              <a:gd name="connsiteX1" fmla="*/ 4269986 w 4269986"/>
              <a:gd name="connsiteY1" fmla="*/ 0 h 6154742"/>
              <a:gd name="connsiteX2" fmla="*/ 0 w 4269986"/>
              <a:gd name="connsiteY2" fmla="*/ 0 h 6154742"/>
              <a:gd name="connsiteX3" fmla="*/ 0 w 4269986"/>
              <a:gd name="connsiteY3" fmla="*/ 5245503 h 6154742"/>
              <a:gd name="connsiteX4" fmla="*/ 2004279 w 4269986"/>
              <a:gd name="connsiteY4" fmla="*/ 5725582 h 6154742"/>
              <a:gd name="connsiteX5" fmla="*/ 4269986 w 4269986"/>
              <a:gd name="connsiteY5" fmla="*/ 6154742 h 615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9986" h="6154742">
                <a:moveTo>
                  <a:pt x="4269986" y="6154742"/>
                </a:moveTo>
                <a:lnTo>
                  <a:pt x="4269986" y="0"/>
                </a:lnTo>
                <a:lnTo>
                  <a:pt x="0" y="0"/>
                </a:lnTo>
                <a:lnTo>
                  <a:pt x="0" y="5245503"/>
                </a:lnTo>
                <a:cubicBezTo>
                  <a:pt x="602738" y="5412804"/>
                  <a:pt x="1270829" y="5572830"/>
                  <a:pt x="2004279" y="5725582"/>
                </a:cubicBezTo>
                <a:cubicBezTo>
                  <a:pt x="2650587" y="5863787"/>
                  <a:pt x="4211891" y="6147468"/>
                  <a:pt x="4269986" y="615474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Title 2">
            <a:extLst>
              <a:ext uri="{FF2B5EF4-FFF2-40B4-BE49-F238E27FC236}">
                <a16:creationId xmlns:a16="http://schemas.microsoft.com/office/drawing/2014/main" id="{F8FCAE47-6DBD-C2E3-488D-E9EF909C35D9}"/>
              </a:ext>
            </a:extLst>
          </p:cNvPr>
          <p:cNvSpPr>
            <a:spLocks noGrp="1"/>
          </p:cNvSpPr>
          <p:nvPr>
            <p:ph type="title" hasCustomPrompt="1"/>
          </p:nvPr>
        </p:nvSpPr>
        <p:spPr>
          <a:xfrm>
            <a:off x="604837" y="908720"/>
            <a:ext cx="3330923" cy="950719"/>
          </a:xfrm>
        </p:spPr>
        <p:txBody>
          <a:bodyPr/>
          <a:lstStyle>
            <a:lvl1pPr>
              <a:defRPr sz="3200" b="1">
                <a:solidFill>
                  <a:schemeClr val="bg2"/>
                </a:solidFill>
              </a:defRPr>
            </a:lvl1pPr>
          </a:lstStyle>
          <a:p>
            <a:r>
              <a:rPr lang="en-US" noProof="0"/>
              <a:t>Click to edit title style</a:t>
            </a:r>
          </a:p>
        </p:txBody>
      </p:sp>
      <p:sp>
        <p:nvSpPr>
          <p:cNvPr id="9" name="Text Placeholder 1">
            <a:extLst>
              <a:ext uri="{FF2B5EF4-FFF2-40B4-BE49-F238E27FC236}">
                <a16:creationId xmlns:a16="http://schemas.microsoft.com/office/drawing/2014/main" id="{9C36DEEE-B40E-271C-34DC-DB9508F738DC}"/>
              </a:ext>
            </a:extLst>
          </p:cNvPr>
          <p:cNvSpPr>
            <a:spLocks noGrp="1"/>
          </p:cNvSpPr>
          <p:nvPr>
            <p:ph type="body" sz="quarter" idx="18" hasCustomPrompt="1"/>
          </p:nvPr>
        </p:nvSpPr>
        <p:spPr>
          <a:xfrm>
            <a:off x="604838" y="2060848"/>
            <a:ext cx="3258914" cy="4320902"/>
          </a:xfrm>
        </p:spPr>
        <p:txBody>
          <a:bodyPr/>
          <a:lstStyle>
            <a:lvl1pPr>
              <a:defRPr sz="1800" b="1">
                <a:solidFill>
                  <a:schemeClr val="bg2"/>
                </a:solidFill>
                <a:latin typeface="+mj-lt"/>
              </a:defRPr>
            </a:lvl1pPr>
            <a:lvl2pPr marL="176213" indent="-176213">
              <a:lnSpc>
                <a:spcPct val="100000"/>
              </a:lnSpc>
              <a:spcBef>
                <a:spcPts val="400"/>
              </a:spcBef>
              <a:buClr>
                <a:schemeClr val="bg1"/>
              </a:buClr>
              <a:defRPr sz="1600">
                <a:solidFill>
                  <a:schemeClr val="bg2"/>
                </a:solidFill>
              </a:defRPr>
            </a:lvl2pPr>
            <a:lvl3pPr marL="360363" indent="-184150">
              <a:lnSpc>
                <a:spcPct val="100000"/>
              </a:lnSpc>
              <a:buClr>
                <a:schemeClr val="bg1"/>
              </a:buClr>
              <a:defRPr sz="1400">
                <a:solidFill>
                  <a:schemeClr val="bg2"/>
                </a:solidFill>
              </a:defRPr>
            </a:lvl3pPr>
            <a:lvl4pPr marL="536575" indent="-176213">
              <a:lnSpc>
                <a:spcPct val="100000"/>
              </a:lnSpc>
              <a:buClr>
                <a:schemeClr val="bg1"/>
              </a:buClr>
              <a:defRPr sz="1200">
                <a:solidFill>
                  <a:schemeClr val="bg2"/>
                </a:solidFill>
              </a:defRPr>
            </a:lvl4pPr>
            <a:lvl5pPr marL="720725" indent="-184150">
              <a:lnSpc>
                <a:spcPct val="100000"/>
              </a:lnSpc>
              <a:buClr>
                <a:schemeClr val="bg1"/>
              </a:buClr>
              <a:defRPr sz="1200">
                <a:solidFill>
                  <a:schemeClr val="bg2"/>
                </a:solidFill>
              </a:defRPr>
            </a:lvl5pPr>
          </a:lstStyle>
          <a:p>
            <a:pPr lvl="0"/>
            <a:r>
              <a:rPr lang="en-US" noProof="0"/>
              <a:t>Click to edit text </a:t>
            </a:r>
          </a:p>
          <a:p>
            <a:pPr lvl="1"/>
            <a:r>
              <a:rPr lang="en-US" noProof="0"/>
              <a:t>Second </a:t>
            </a:r>
            <a:br>
              <a:rPr lang="en-US" noProof="0"/>
            </a:br>
            <a:r>
              <a:rPr lang="en-US" noProof="0"/>
              <a:t>level</a:t>
            </a:r>
          </a:p>
          <a:p>
            <a:pPr lvl="2"/>
            <a:r>
              <a:rPr lang="en-US" noProof="0"/>
              <a:t>Third level</a:t>
            </a:r>
          </a:p>
          <a:p>
            <a:pPr lvl="3"/>
            <a:r>
              <a:rPr lang="en-US" noProof="0"/>
              <a:t>Fourth level</a:t>
            </a:r>
          </a:p>
          <a:p>
            <a:pPr lvl="4"/>
            <a:r>
              <a:rPr lang="en-US" noProof="0"/>
              <a:t>Fifth level</a:t>
            </a:r>
          </a:p>
        </p:txBody>
      </p:sp>
      <p:sp>
        <p:nvSpPr>
          <p:cNvPr id="10" name="Text Placeholder 2">
            <a:extLst>
              <a:ext uri="{FF2B5EF4-FFF2-40B4-BE49-F238E27FC236}">
                <a16:creationId xmlns:a16="http://schemas.microsoft.com/office/drawing/2014/main" id="{40C95E71-D718-BE1B-9BCB-2AB89035F4B4}"/>
              </a:ext>
            </a:extLst>
          </p:cNvPr>
          <p:cNvSpPr>
            <a:spLocks noGrp="1"/>
          </p:cNvSpPr>
          <p:nvPr>
            <p:ph type="body" sz="quarter" idx="19" hasCustomPrompt="1"/>
          </p:nvPr>
        </p:nvSpPr>
        <p:spPr>
          <a:xfrm>
            <a:off x="5917775" y="527474"/>
            <a:ext cx="5667800" cy="950719"/>
          </a:xfrm>
        </p:spPr>
        <p:txBody>
          <a:bodyPr/>
          <a:lstStyle>
            <a:lvl1pPr>
              <a:defRPr sz="1800" b="1">
                <a:latin typeface="+mj-lt"/>
              </a:defRPr>
            </a:lvl1pPr>
            <a:lvl2pPr>
              <a:defRPr sz="1600">
                <a:latin typeface="+mj-lt"/>
              </a:defRPr>
            </a:lvl2pPr>
          </a:lstStyle>
          <a:p>
            <a:pPr lvl="0"/>
            <a:r>
              <a:rPr lang="en-US" noProof="0"/>
              <a:t>Click to edit introduction text styles</a:t>
            </a:r>
          </a:p>
          <a:p>
            <a:pPr lvl="1"/>
            <a:r>
              <a:rPr lang="en-US" noProof="0"/>
              <a:t>Second level</a:t>
            </a:r>
          </a:p>
        </p:txBody>
      </p:sp>
      <p:sp>
        <p:nvSpPr>
          <p:cNvPr id="13" name="Text Placeholder 3">
            <a:extLst>
              <a:ext uri="{FF2B5EF4-FFF2-40B4-BE49-F238E27FC236}">
                <a16:creationId xmlns:a16="http://schemas.microsoft.com/office/drawing/2014/main" id="{BFB5D9BC-F810-19B3-E277-C080A55CF555}"/>
              </a:ext>
            </a:extLst>
          </p:cNvPr>
          <p:cNvSpPr>
            <a:spLocks noGrp="1"/>
          </p:cNvSpPr>
          <p:nvPr>
            <p:ph type="body" sz="quarter" idx="20" hasCustomPrompt="1"/>
          </p:nvPr>
        </p:nvSpPr>
        <p:spPr>
          <a:xfrm>
            <a:off x="604838" y="382386"/>
            <a:ext cx="3258914" cy="402011"/>
          </a:xfrm>
        </p:spPr>
        <p:txBody>
          <a:bodyPr/>
          <a:lstStyle>
            <a:lvl1pPr>
              <a:defRPr sz="1800" b="0">
                <a:solidFill>
                  <a:schemeClr val="bg2"/>
                </a:solidFill>
                <a:latin typeface="+mn-lt"/>
              </a:defRPr>
            </a:lvl1pPr>
            <a:lvl2pPr marL="176213" indent="-176213">
              <a:lnSpc>
                <a:spcPct val="100000"/>
              </a:lnSpc>
              <a:spcBef>
                <a:spcPts val="400"/>
              </a:spcBef>
              <a:buClr>
                <a:schemeClr val="bg1"/>
              </a:buClr>
              <a:defRPr sz="1600">
                <a:solidFill>
                  <a:schemeClr val="bg1"/>
                </a:solidFill>
              </a:defRPr>
            </a:lvl2pPr>
            <a:lvl3pPr marL="360363" indent="-184150">
              <a:lnSpc>
                <a:spcPct val="100000"/>
              </a:lnSpc>
              <a:buClr>
                <a:schemeClr val="bg1"/>
              </a:buClr>
              <a:defRPr sz="1400">
                <a:solidFill>
                  <a:schemeClr val="bg1"/>
                </a:solidFill>
              </a:defRPr>
            </a:lvl3pPr>
            <a:lvl4pPr marL="536575" indent="-176213">
              <a:lnSpc>
                <a:spcPct val="100000"/>
              </a:lnSpc>
              <a:buClr>
                <a:schemeClr val="bg1"/>
              </a:buClr>
              <a:defRPr sz="1200">
                <a:solidFill>
                  <a:schemeClr val="bg1"/>
                </a:solidFill>
              </a:defRPr>
            </a:lvl4pPr>
            <a:lvl5pPr marL="720725" indent="-184150">
              <a:lnSpc>
                <a:spcPct val="100000"/>
              </a:lnSpc>
              <a:buClr>
                <a:schemeClr val="bg1"/>
              </a:buClr>
              <a:defRPr sz="1200">
                <a:solidFill>
                  <a:schemeClr val="bg1"/>
                </a:solidFill>
              </a:defRPr>
            </a:lvl5pPr>
          </a:lstStyle>
          <a:p>
            <a:pPr lvl="0"/>
            <a:r>
              <a:rPr lang="en-US" noProof="0"/>
              <a:t>Click to edit portfolio text </a:t>
            </a:r>
          </a:p>
        </p:txBody>
      </p:sp>
      <p:sp>
        <p:nvSpPr>
          <p:cNvPr id="14" name="Text Placeholder 4">
            <a:extLst>
              <a:ext uri="{FF2B5EF4-FFF2-40B4-BE49-F238E27FC236}">
                <a16:creationId xmlns:a16="http://schemas.microsoft.com/office/drawing/2014/main" id="{D0EEF696-993C-5068-3938-609D227C67A0}"/>
              </a:ext>
            </a:extLst>
          </p:cNvPr>
          <p:cNvSpPr>
            <a:spLocks noGrp="1"/>
          </p:cNvSpPr>
          <p:nvPr>
            <p:ph type="body" sz="quarter" idx="21" hasCustomPrompt="1"/>
          </p:nvPr>
        </p:nvSpPr>
        <p:spPr>
          <a:xfrm>
            <a:off x="8849271" y="1628800"/>
            <a:ext cx="2736304" cy="4752950"/>
          </a:xfrm>
        </p:spPr>
        <p:txBody>
          <a:bodyPr/>
          <a:lstStyle>
            <a:lvl1pPr>
              <a:lnSpc>
                <a:spcPct val="100000"/>
              </a:lnSpc>
              <a:defRPr sz="1800" b="1">
                <a:solidFill>
                  <a:schemeClr val="accent4"/>
                </a:solidFill>
                <a:latin typeface="+mj-lt"/>
              </a:defRPr>
            </a:lvl1pPr>
            <a:lvl2pPr marL="180975" indent="-180975">
              <a:lnSpc>
                <a:spcPct val="100000"/>
              </a:lnSpc>
              <a:buClr>
                <a:schemeClr val="accent4"/>
              </a:buClr>
              <a:defRPr sz="1600"/>
            </a:lvl2pPr>
            <a:lvl3pPr marL="361950" indent="-180975">
              <a:lnSpc>
                <a:spcPct val="100000"/>
              </a:lnSpc>
              <a:buClr>
                <a:schemeClr val="accent4"/>
              </a:buClr>
              <a:defRPr sz="1400"/>
            </a:lvl3pPr>
            <a:lvl4pPr marL="534988" indent="-173038">
              <a:lnSpc>
                <a:spcPct val="100000"/>
              </a:lnSpc>
              <a:buClr>
                <a:schemeClr val="accent4"/>
              </a:buClr>
              <a:defRPr sz="1200"/>
            </a:lvl4pPr>
            <a:lvl5pPr marL="715963" indent="-180975">
              <a:lnSpc>
                <a:spcPct val="100000"/>
              </a:lnSpc>
              <a:buClr>
                <a:schemeClr val="accent4"/>
              </a:buClr>
              <a:defRPr sz="1200"/>
            </a:lvl5pPr>
          </a:lstStyle>
          <a:p>
            <a:pPr lvl="0"/>
            <a:r>
              <a:rPr lang="en-US" noProof="0"/>
              <a:t>Click to edit title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5">
            <a:extLst>
              <a:ext uri="{FF2B5EF4-FFF2-40B4-BE49-F238E27FC236}">
                <a16:creationId xmlns:a16="http://schemas.microsoft.com/office/drawing/2014/main" id="{8219391B-8D76-7531-4CA5-BB1BB21FA3DF}"/>
              </a:ext>
            </a:extLst>
          </p:cNvPr>
          <p:cNvSpPr>
            <a:spLocks noGrp="1"/>
          </p:cNvSpPr>
          <p:nvPr>
            <p:ph type="body" sz="quarter" idx="14" hasCustomPrompt="1"/>
          </p:nvPr>
        </p:nvSpPr>
        <p:spPr>
          <a:xfrm>
            <a:off x="5951984" y="1628800"/>
            <a:ext cx="2736304" cy="4752950"/>
          </a:xfrm>
        </p:spPr>
        <p:txBody>
          <a:bodyPr/>
          <a:lstStyle>
            <a:lvl1pPr>
              <a:lnSpc>
                <a:spcPct val="100000"/>
              </a:lnSpc>
              <a:defRPr sz="1800" b="1">
                <a:solidFill>
                  <a:schemeClr val="accent4"/>
                </a:solidFill>
                <a:latin typeface="+mj-lt"/>
              </a:defRPr>
            </a:lvl1pPr>
            <a:lvl2pPr marL="180975" indent="-180975">
              <a:lnSpc>
                <a:spcPct val="100000"/>
              </a:lnSpc>
              <a:buClr>
                <a:schemeClr val="accent4"/>
              </a:buClr>
              <a:defRPr sz="1600"/>
            </a:lvl2pPr>
            <a:lvl3pPr marL="361950" indent="-180975">
              <a:lnSpc>
                <a:spcPct val="100000"/>
              </a:lnSpc>
              <a:buClr>
                <a:schemeClr val="accent4"/>
              </a:buClr>
              <a:defRPr sz="1400"/>
            </a:lvl3pPr>
            <a:lvl4pPr marL="534988" indent="-173038">
              <a:lnSpc>
                <a:spcPct val="100000"/>
              </a:lnSpc>
              <a:buClr>
                <a:schemeClr val="accent4"/>
              </a:buClr>
              <a:defRPr sz="1200"/>
            </a:lvl4pPr>
            <a:lvl5pPr marL="715963" indent="-180975">
              <a:lnSpc>
                <a:spcPct val="100000"/>
              </a:lnSpc>
              <a:buClr>
                <a:schemeClr val="accent4"/>
              </a:buClr>
              <a:defRPr sz="1200"/>
            </a:lvl5pPr>
          </a:lstStyle>
          <a:p>
            <a:pPr lvl="0"/>
            <a:r>
              <a:rPr lang="en-US" noProof="0"/>
              <a:t>Click to edit title</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8925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850"/>
                                        <p:tgtEl>
                                          <p:spTgt spid="15"/>
                                        </p:tgtEl>
                                      </p:cBhvr>
                                    </p:animEffect>
                                  </p:childTnLst>
                                </p:cTn>
                              </p:par>
                              <p:par>
                                <p:cTn id="8" presetID="42" presetClass="path" presetSubtype="0" decel="100000" fill="hold" grpId="1" nodeType="withEffect">
                                  <p:stCondLst>
                                    <p:cond delay="0"/>
                                  </p:stCondLst>
                                  <p:childTnLst>
                                    <p:animMotion origin="layout" path="M -1.875E-6 -0.11574 L -1.875E-6 -4.44444E-6 " pathEditMode="relative" rAng="0" ptsTypes="AA">
                                      <p:cBhvr>
                                        <p:cTn id="9" dur="1400" fill="hold"/>
                                        <p:tgtEl>
                                          <p:spTgt spid="15"/>
                                        </p:tgtEl>
                                        <p:attrNameLst>
                                          <p:attrName>ppt_x</p:attrName>
                                          <p:attrName>ppt_y</p:attrName>
                                        </p:attrNameLst>
                                      </p:cBhvr>
                                      <p:rCtr x="0" y="5787"/>
                                    </p:animMotion>
                                  </p:childTnLst>
                                </p:cTn>
                              </p:par>
                              <p:par>
                                <p:cTn id="10" presetID="10" presetClass="entr" presetSubtype="0" fill="hold" grpId="0" nodeType="withEffect">
                                  <p:stCondLst>
                                    <p:cond delay="50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grpId="0" nodeType="withEffect">
                                  <p:stCondLst>
                                    <p:cond delay="30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3" grpId="0"/>
      <p:bldP spid="9" grpId="0">
        <p:tmplLst>
          <p:tmpl>
            <p:tnLst>
              <p:par>
                <p:cTn presetID="10" presetClass="entr" presetSubtype="0" fill="hold" nodeType="withEffect">
                  <p:stCondLst>
                    <p:cond delay="1250"/>
                  </p:stCondLst>
                  <p:childTnLst>
                    <p:set>
                      <p:cBhvr>
                        <p:cTn dur="1" fill="hold">
                          <p:stCondLst>
                            <p:cond delay="0"/>
                          </p:stCondLst>
                        </p:cTn>
                        <p:tgtEl>
                          <p:spTgt spid="9"/>
                        </p:tgtEl>
                        <p:attrNameLst>
                          <p:attrName>style.visibility</p:attrName>
                        </p:attrNameLst>
                      </p:cBhvr>
                      <p:to>
                        <p:strVal val="visible"/>
                      </p:to>
                    </p:set>
                    <p:animEffect transition="in" filter="fade">
                      <p:cBhvr>
                        <p:cTn dur="1000"/>
                        <p:tgtEl>
                          <p:spTgt spid="9"/>
                        </p:tgtEl>
                      </p:cBhvr>
                    </p:animEffect>
                  </p:childTnLst>
                </p:cTn>
              </p:par>
            </p:tnLst>
          </p:tmpl>
        </p:tmplLst>
      </p:bldP>
      <p:bldP spid="10" grpId="0">
        <p:tmplLst>
          <p:tmpl>
            <p:tnLst>
              <p:par>
                <p:cTn presetID="10" presetClass="entr" presetSubtype="0" fill="hold" nodeType="withEffect">
                  <p:stCondLst>
                    <p:cond delay="20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3" grpId="0">
        <p:tmplLst>
          <p:tmpl>
            <p:tnLst>
              <p:par>
                <p:cTn presetID="10" presetClass="entr" presetSubtype="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p:tmplLst>
          <p:tmpl>
            <p:tnLst>
              <p:par>
                <p:cTn presetID="10" presetClass="entr" presetSubtype="0" fill="hold" nodeType="withEffect">
                  <p:stCondLst>
                    <p:cond delay="300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2" grpId="0">
        <p:tmplLst>
          <p:tmpl>
            <p:tnLst>
              <p:par>
                <p:cTn presetID="10" presetClass="entr" presetSubtype="0" fill="hold" nodeType="withEffect">
                  <p:stCondLst>
                    <p:cond delay="200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lumns with Cont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17D633B-0BFE-4D58-A316-29342A929DF8}"/>
              </a:ext>
            </a:extLst>
          </p:cNvPr>
          <p:cNvSpPr/>
          <p:nvPr userDrawn="1"/>
        </p:nvSpPr>
        <p:spPr bwMode="ltGray">
          <a:xfrm>
            <a:off x="0" y="4005064"/>
            <a:ext cx="12192000" cy="2852936"/>
          </a:xfrm>
          <a:prstGeom prst="rect">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3" name="Text Placeholder 4">
            <a:extLst>
              <a:ext uri="{FF2B5EF4-FFF2-40B4-BE49-F238E27FC236}">
                <a16:creationId xmlns:a16="http://schemas.microsoft.com/office/drawing/2014/main" id="{90401A7E-940D-4E34-AE04-1569095E0369}"/>
              </a:ext>
            </a:extLst>
          </p:cNvPr>
          <p:cNvSpPr>
            <a:spLocks noGrp="1"/>
          </p:cNvSpPr>
          <p:nvPr>
            <p:ph type="body" sz="quarter" idx="13" hasCustomPrompt="1"/>
          </p:nvPr>
        </p:nvSpPr>
        <p:spPr>
          <a:xfrm>
            <a:off x="614424" y="1326547"/>
            <a:ext cx="3480797" cy="412363"/>
          </a:xfrm>
          <a:prstGeom prst="rect">
            <a:avLst/>
          </a:prstGeom>
          <a:noFill/>
        </p:spPr>
        <p:txBody>
          <a:bodyPr anchor="ctr">
            <a:noAutofit/>
          </a:bodyPr>
          <a:lstStyle>
            <a:lvl1pPr marL="0" indent="0" algn="l">
              <a:buNone/>
              <a:defRPr sz="1800" b="0">
                <a:solidFill>
                  <a:schemeClr val="accent2"/>
                </a:solidFill>
                <a:latin typeface="+mj-lt"/>
              </a:defRPr>
            </a:lvl1pPr>
            <a:lvl2pPr>
              <a:defRPr sz="1400"/>
            </a:lvl2pPr>
            <a:lvl3pPr>
              <a:defRPr sz="1200"/>
            </a:lvl3pPr>
            <a:lvl4pPr>
              <a:defRPr sz="1100"/>
            </a:lvl4pPr>
            <a:lvl5pPr>
              <a:defRPr sz="1100"/>
            </a:lvl5pPr>
          </a:lstStyle>
          <a:p>
            <a:pPr lvl="0"/>
            <a:r>
              <a:rPr lang="en-US" noProof="0"/>
              <a:t>Click to insert title</a:t>
            </a:r>
          </a:p>
        </p:txBody>
      </p:sp>
      <p:sp>
        <p:nvSpPr>
          <p:cNvPr id="24" name="Text Placeholder 4">
            <a:extLst>
              <a:ext uri="{FF2B5EF4-FFF2-40B4-BE49-F238E27FC236}">
                <a16:creationId xmlns:a16="http://schemas.microsoft.com/office/drawing/2014/main" id="{F902169D-8617-4138-89F9-A6FA7F06622A}"/>
              </a:ext>
            </a:extLst>
          </p:cNvPr>
          <p:cNvSpPr>
            <a:spLocks noGrp="1"/>
          </p:cNvSpPr>
          <p:nvPr>
            <p:ph type="body" sz="quarter" idx="27" hasCustomPrompt="1"/>
          </p:nvPr>
        </p:nvSpPr>
        <p:spPr>
          <a:xfrm>
            <a:off x="8096779" y="1326547"/>
            <a:ext cx="3480797" cy="412363"/>
          </a:xfrm>
          <a:prstGeom prst="rect">
            <a:avLst/>
          </a:prstGeom>
          <a:noFill/>
        </p:spPr>
        <p:txBody>
          <a:bodyPr anchor="ctr">
            <a:noAutofit/>
          </a:bodyPr>
          <a:lstStyle>
            <a:lvl1pPr marL="0" indent="0" algn="l">
              <a:buNone/>
              <a:defRPr sz="1800" b="0">
                <a:solidFill>
                  <a:schemeClr val="accent2"/>
                </a:solidFill>
                <a:latin typeface="+mj-lt"/>
              </a:defRPr>
            </a:lvl1pPr>
            <a:lvl2pPr>
              <a:defRPr sz="1400"/>
            </a:lvl2pPr>
            <a:lvl3pPr>
              <a:defRPr sz="1200"/>
            </a:lvl3pPr>
            <a:lvl4pPr>
              <a:defRPr sz="1100"/>
            </a:lvl4pPr>
            <a:lvl5pPr>
              <a:defRPr sz="1100"/>
            </a:lvl5pPr>
          </a:lstStyle>
          <a:p>
            <a:pPr lvl="0"/>
            <a:r>
              <a:rPr lang="en-US" noProof="0"/>
              <a:t>Click to insert title</a:t>
            </a:r>
          </a:p>
        </p:txBody>
      </p:sp>
      <p:sp>
        <p:nvSpPr>
          <p:cNvPr id="25" name="Text Placeholder 4">
            <a:extLst>
              <a:ext uri="{FF2B5EF4-FFF2-40B4-BE49-F238E27FC236}">
                <a16:creationId xmlns:a16="http://schemas.microsoft.com/office/drawing/2014/main" id="{34544FEB-328F-4B0A-B598-69DFCF9F59B2}"/>
              </a:ext>
            </a:extLst>
          </p:cNvPr>
          <p:cNvSpPr>
            <a:spLocks noGrp="1"/>
          </p:cNvSpPr>
          <p:nvPr>
            <p:ph type="body" sz="quarter" idx="29" hasCustomPrompt="1"/>
          </p:nvPr>
        </p:nvSpPr>
        <p:spPr>
          <a:xfrm>
            <a:off x="4355601" y="1326547"/>
            <a:ext cx="3480797" cy="412363"/>
          </a:xfrm>
          <a:prstGeom prst="rect">
            <a:avLst/>
          </a:prstGeom>
          <a:noFill/>
        </p:spPr>
        <p:txBody>
          <a:bodyPr anchor="ctr">
            <a:noAutofit/>
          </a:bodyPr>
          <a:lstStyle>
            <a:lvl1pPr marL="0" indent="0" algn="l">
              <a:buNone/>
              <a:defRPr sz="1800" b="0">
                <a:solidFill>
                  <a:schemeClr val="accent2"/>
                </a:solidFill>
                <a:latin typeface="+mj-lt"/>
              </a:defRPr>
            </a:lvl1pPr>
            <a:lvl2pPr>
              <a:defRPr sz="1400"/>
            </a:lvl2pPr>
            <a:lvl3pPr>
              <a:defRPr sz="1200"/>
            </a:lvl3pPr>
            <a:lvl4pPr>
              <a:defRPr sz="1100"/>
            </a:lvl4pPr>
            <a:lvl5pPr>
              <a:defRPr sz="1100"/>
            </a:lvl5pPr>
          </a:lstStyle>
          <a:p>
            <a:pPr lvl="0"/>
            <a:r>
              <a:rPr lang="en-US" noProof="0"/>
              <a:t>Click to insert title</a:t>
            </a:r>
          </a:p>
        </p:txBody>
      </p:sp>
      <p:sp>
        <p:nvSpPr>
          <p:cNvPr id="26" name="Text Placeholder 4">
            <a:extLst>
              <a:ext uri="{FF2B5EF4-FFF2-40B4-BE49-F238E27FC236}">
                <a16:creationId xmlns:a16="http://schemas.microsoft.com/office/drawing/2014/main" id="{1616D9A8-5891-44FB-BF3D-E4EEFE88D97C}"/>
              </a:ext>
            </a:extLst>
          </p:cNvPr>
          <p:cNvSpPr>
            <a:spLocks noGrp="1"/>
          </p:cNvSpPr>
          <p:nvPr>
            <p:ph type="body" sz="quarter" idx="31" hasCustomPrompt="1"/>
          </p:nvPr>
        </p:nvSpPr>
        <p:spPr>
          <a:xfrm>
            <a:off x="614424" y="4231996"/>
            <a:ext cx="10958452" cy="412363"/>
          </a:xfrm>
          <a:prstGeom prst="rect">
            <a:avLst/>
          </a:prstGeom>
          <a:noFill/>
        </p:spPr>
        <p:txBody>
          <a:bodyPr vert="horz" lIns="0" tIns="0" rIns="0" bIns="0" rtlCol="0" anchor="ctr">
            <a:noAutofit/>
          </a:bodyPr>
          <a:lstStyle>
            <a:lvl1pPr marL="0" indent="0">
              <a:buNone/>
              <a:defRPr lang="en-US" b="0" dirty="0">
                <a:solidFill>
                  <a:schemeClr val="accent2"/>
                </a:solidFill>
                <a:latin typeface="+mj-lt"/>
              </a:defRPr>
            </a:lvl1pPr>
          </a:lstStyle>
          <a:p>
            <a:pPr lvl="0"/>
            <a:r>
              <a:rPr lang="en-US"/>
              <a:t>Click to insert title</a:t>
            </a:r>
          </a:p>
        </p:txBody>
      </p:sp>
      <p:sp>
        <p:nvSpPr>
          <p:cNvPr id="27" name="Text Placeholder 7">
            <a:extLst>
              <a:ext uri="{FF2B5EF4-FFF2-40B4-BE49-F238E27FC236}">
                <a16:creationId xmlns:a16="http://schemas.microsoft.com/office/drawing/2014/main" id="{20A5D04E-30DA-4CE3-9AB4-BE54BD09D9E3}"/>
              </a:ext>
            </a:extLst>
          </p:cNvPr>
          <p:cNvSpPr>
            <a:spLocks noGrp="1"/>
          </p:cNvSpPr>
          <p:nvPr>
            <p:ph type="body" sz="quarter" idx="32" hasCustomPrompt="1"/>
          </p:nvPr>
        </p:nvSpPr>
        <p:spPr>
          <a:xfrm>
            <a:off x="614424" y="1794547"/>
            <a:ext cx="3480797"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p:txBody>
      </p:sp>
      <p:sp>
        <p:nvSpPr>
          <p:cNvPr id="28" name="Text Placeholder 7">
            <a:extLst>
              <a:ext uri="{FF2B5EF4-FFF2-40B4-BE49-F238E27FC236}">
                <a16:creationId xmlns:a16="http://schemas.microsoft.com/office/drawing/2014/main" id="{D41AA623-196A-443E-894B-4DFC49358122}"/>
              </a:ext>
            </a:extLst>
          </p:cNvPr>
          <p:cNvSpPr>
            <a:spLocks noGrp="1"/>
          </p:cNvSpPr>
          <p:nvPr>
            <p:ph type="body" sz="quarter" idx="33" hasCustomPrompt="1"/>
          </p:nvPr>
        </p:nvSpPr>
        <p:spPr>
          <a:xfrm>
            <a:off x="4355601" y="1794547"/>
            <a:ext cx="3480797"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p:txBody>
      </p:sp>
      <p:sp>
        <p:nvSpPr>
          <p:cNvPr id="29" name="Text Placeholder 7">
            <a:extLst>
              <a:ext uri="{FF2B5EF4-FFF2-40B4-BE49-F238E27FC236}">
                <a16:creationId xmlns:a16="http://schemas.microsoft.com/office/drawing/2014/main" id="{D80E12C0-6E1E-43DD-A338-A4D7F5D6D138}"/>
              </a:ext>
            </a:extLst>
          </p:cNvPr>
          <p:cNvSpPr>
            <a:spLocks noGrp="1"/>
          </p:cNvSpPr>
          <p:nvPr>
            <p:ph type="body" sz="quarter" idx="34" hasCustomPrompt="1"/>
          </p:nvPr>
        </p:nvSpPr>
        <p:spPr>
          <a:xfrm>
            <a:off x="8096779" y="1794547"/>
            <a:ext cx="3480797"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p:txBody>
      </p:sp>
      <p:sp>
        <p:nvSpPr>
          <p:cNvPr id="30" name="Text Placeholder 3">
            <a:extLst>
              <a:ext uri="{FF2B5EF4-FFF2-40B4-BE49-F238E27FC236}">
                <a16:creationId xmlns:a16="http://schemas.microsoft.com/office/drawing/2014/main" id="{7870C889-9BBC-4888-812F-9FFA8DFE267E}"/>
              </a:ext>
            </a:extLst>
          </p:cNvPr>
          <p:cNvSpPr>
            <a:spLocks noGrp="1"/>
          </p:cNvSpPr>
          <p:nvPr>
            <p:ph type="body" sz="quarter" idx="10" hasCustomPrompt="1"/>
          </p:nvPr>
        </p:nvSpPr>
        <p:spPr>
          <a:xfrm>
            <a:off x="614424" y="4710546"/>
            <a:ext cx="10977120" cy="1671204"/>
          </a:xfrm>
          <a:prstGeom prst="rect">
            <a:avLst/>
          </a:prstGeom>
        </p:spPr>
        <p:txBody>
          <a:bodyPr/>
          <a:lstStyle>
            <a:lvl2pPr>
              <a:defRPr sz="2000"/>
            </a:lvl2pPr>
            <a:lvl3pPr>
              <a:defRPr sz="1800"/>
            </a:lvl3pPr>
            <a:lvl4pPr>
              <a:defRPr sz="1600"/>
            </a:lvl4pPr>
            <a:lvl5pPr marL="914400" indent="-231775">
              <a:defRPr/>
            </a:lvl5pPr>
          </a:lstStyle>
          <a:p>
            <a:pPr lvl="1"/>
            <a:r>
              <a:rPr lang="en-US"/>
              <a:t>Placeholder</a:t>
            </a:r>
          </a:p>
          <a:p>
            <a:pPr lvl="2"/>
            <a:r>
              <a:rPr lang="en-US"/>
              <a:t>Placeholder</a:t>
            </a:r>
          </a:p>
          <a:p>
            <a:pPr lvl="3"/>
            <a:r>
              <a:rPr lang="en-US"/>
              <a:t>Placeholder</a:t>
            </a:r>
          </a:p>
          <a:p>
            <a:pPr lvl="3"/>
            <a:endParaRPr lang="en-US"/>
          </a:p>
        </p:txBody>
      </p:sp>
      <p:cxnSp>
        <p:nvCxnSpPr>
          <p:cNvPr id="3" name="Conector reto 49">
            <a:extLst>
              <a:ext uri="{FF2B5EF4-FFF2-40B4-BE49-F238E27FC236}">
                <a16:creationId xmlns:a16="http://schemas.microsoft.com/office/drawing/2014/main" id="{6E68317D-4F2D-79CF-848C-3A663637F772}"/>
              </a:ext>
            </a:extLst>
          </p:cNvPr>
          <p:cNvCxnSpPr>
            <a:cxnSpLocks/>
          </p:cNvCxnSpPr>
          <p:nvPr userDrawn="1"/>
        </p:nvCxnSpPr>
        <p:spPr>
          <a:xfrm flipV="1">
            <a:off x="4225411" y="1365740"/>
            <a:ext cx="0" cy="2628901"/>
          </a:xfrm>
          <a:prstGeom prst="line">
            <a:avLst/>
          </a:prstGeom>
          <a:solidFill>
            <a:schemeClr val="tx1"/>
          </a:solidFill>
          <a:ln w="19050" cap="flat">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4" name="Conector reto 49">
            <a:extLst>
              <a:ext uri="{FF2B5EF4-FFF2-40B4-BE49-F238E27FC236}">
                <a16:creationId xmlns:a16="http://schemas.microsoft.com/office/drawing/2014/main" id="{BDE1212A-7E4D-1B29-4869-8EEC69887E3C}"/>
              </a:ext>
            </a:extLst>
          </p:cNvPr>
          <p:cNvCxnSpPr>
            <a:cxnSpLocks/>
          </p:cNvCxnSpPr>
          <p:nvPr userDrawn="1"/>
        </p:nvCxnSpPr>
        <p:spPr>
          <a:xfrm flipV="1">
            <a:off x="7966588" y="1376202"/>
            <a:ext cx="0" cy="2618439"/>
          </a:xfrm>
          <a:prstGeom prst="line">
            <a:avLst/>
          </a:prstGeom>
          <a:solidFill>
            <a:schemeClr val="tx1"/>
          </a:solidFill>
          <a:ln w="19050" cap="flat">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25EF0BF2-274E-68DD-9EAF-CA8FCAE9AF2F}"/>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6641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to background text left">
    <p:bg>
      <p:bgPr>
        <a:solidFill>
          <a:schemeClr val="bg2">
            <a:lumMod val="95000"/>
          </a:schemeClr>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243A941-1286-5A4A-AF31-00267278F236}"/>
              </a:ext>
            </a:extLst>
          </p:cNvPr>
          <p:cNvSpPr>
            <a:spLocks noGrp="1"/>
          </p:cNvSpPr>
          <p:nvPr>
            <p:ph type="pic" sz="quarter" idx="15" hasCustomPrompt="1"/>
          </p:nvPr>
        </p:nvSpPr>
        <p:spPr>
          <a:xfrm>
            <a:off x="0" y="0"/>
            <a:ext cx="12192000" cy="6858000"/>
          </a:xfrm>
          <a:solidFill>
            <a:schemeClr val="bg2">
              <a:lumMod val="95000"/>
            </a:schemeClr>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2" name="Title 1">
            <a:extLst>
              <a:ext uri="{FF2B5EF4-FFF2-40B4-BE49-F238E27FC236}">
                <a16:creationId xmlns:a16="http://schemas.microsoft.com/office/drawing/2014/main" id="{7905615E-ED10-48EB-ABF4-872D7AA4791A}"/>
              </a:ext>
            </a:extLst>
          </p:cNvPr>
          <p:cNvSpPr>
            <a:spLocks noGrp="1"/>
          </p:cNvSpPr>
          <p:nvPr>
            <p:ph type="title" hasCustomPrompt="1"/>
          </p:nvPr>
        </p:nvSpPr>
        <p:spPr>
          <a:xfrm>
            <a:off x="767407" y="980728"/>
            <a:ext cx="5832649" cy="530569"/>
          </a:xfrm>
        </p:spPr>
        <p:txBody>
          <a:bodyPr/>
          <a:lstStyle>
            <a:lvl1pPr>
              <a:defRPr sz="4000" b="1">
                <a:solidFill>
                  <a:schemeClr val="bg1"/>
                </a:solidFill>
              </a:defRPr>
            </a:lvl1pPr>
          </a:lstStyle>
          <a:p>
            <a:r>
              <a:rPr lang="en-US" noProof="0"/>
              <a:t>Title</a:t>
            </a:r>
          </a:p>
        </p:txBody>
      </p:sp>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p:nvPr>
        </p:nvSpPr>
        <p:spPr>
          <a:xfrm>
            <a:off x="766763" y="1773238"/>
            <a:ext cx="5834062" cy="4535487"/>
          </a:xfrm>
        </p:spPr>
        <p:txBody>
          <a:bodyPr/>
          <a:lstStyle>
            <a:lvl1pPr>
              <a:lnSpc>
                <a:spcPct val="113000"/>
              </a:lnSpc>
              <a:spcBef>
                <a:spcPts val="900"/>
              </a:spcBef>
              <a:spcAft>
                <a:spcPts val="600"/>
              </a:spcAft>
              <a:defRPr sz="1900">
                <a:solidFill>
                  <a:schemeClr val="bg1"/>
                </a:solidFill>
              </a:defRPr>
            </a:lvl1pPr>
            <a:lvl2pPr>
              <a:buClr>
                <a:schemeClr val="bg1"/>
              </a:buClr>
              <a:defRPr sz="18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ext Placeholder 10">
            <a:extLst>
              <a:ext uri="{FF2B5EF4-FFF2-40B4-BE49-F238E27FC236}">
                <a16:creationId xmlns:a16="http://schemas.microsoft.com/office/drawing/2014/main" id="{BB1BB755-0ECF-3E94-5E8B-138DCEF43818}"/>
              </a:ext>
            </a:extLst>
          </p:cNvPr>
          <p:cNvSpPr>
            <a:spLocks noGrp="1"/>
          </p:cNvSpPr>
          <p:nvPr>
            <p:ph type="body" sz="quarter" idx="14"/>
          </p:nvPr>
        </p:nvSpPr>
        <p:spPr>
          <a:xfrm>
            <a:off x="407988" y="579439"/>
            <a:ext cx="6192068" cy="401290"/>
          </a:xfrm>
        </p:spPr>
        <p:txBody>
          <a:bodyPr/>
          <a:lstStyle>
            <a:lvl1pPr>
              <a:defRPr>
                <a:solidFill>
                  <a:schemeClr val="bg1"/>
                </a:solidFill>
              </a:defRPr>
            </a:lvl1pPr>
            <a:lvl2pPr marL="0" indent="0">
              <a:buClr>
                <a:schemeClr val="bg1"/>
              </a:buClr>
              <a:buFont typeface="Wingdings" panose="05000000000000000000" pitchFamily="2" charset="2"/>
              <a:buNone/>
              <a:defRPr>
                <a:solidFill>
                  <a:schemeClr val="bg1"/>
                </a:solidFill>
              </a:defRPr>
            </a:lvl2pPr>
            <a:lvl3pPr marL="542925" indent="-276225">
              <a:buClr>
                <a:schemeClr val="bg1"/>
              </a:buClr>
              <a:buFont typeface="Wingdings" panose="05000000000000000000" pitchFamily="2" charset="2"/>
              <a:buChar char="§"/>
              <a:defRPr>
                <a:solidFill>
                  <a:schemeClr val="bg1"/>
                </a:solidFill>
              </a:defRPr>
            </a:lvl3pPr>
            <a:lvl4pPr marL="809625" indent="-266700">
              <a:buClr>
                <a:schemeClr val="bg1"/>
              </a:buClr>
              <a:buFont typeface="Wingdings" panose="05000000000000000000" pitchFamily="2" charset="2"/>
              <a:buChar char="§"/>
              <a:defRPr>
                <a:solidFill>
                  <a:schemeClr val="bg1"/>
                </a:solidFill>
              </a:defRPr>
            </a:lvl4pPr>
            <a:lvl5pPr marL="1076325" indent="-266700">
              <a:buClr>
                <a:schemeClr val="bg1"/>
              </a:buClr>
              <a:buFont typeface="Wingdings" panose="05000000000000000000" pitchFamily="2" charset="2"/>
              <a:buChar cha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6987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150"/>
                                        <p:tgtEl>
                                          <p:spTgt spid="13"/>
                                        </p:tgtEl>
                                      </p:cBhvr>
                                    </p:animEffect>
                                  </p:childTnLst>
                                </p:cTn>
                              </p:par>
                              <p:par>
                                <p:cTn id="8" presetID="6" presetClass="emph" presetSubtype="0" fill="hold" grpId="1" nodeType="withEffect">
                                  <p:stCondLst>
                                    <p:cond delay="0"/>
                                  </p:stCondLst>
                                  <p:childTnLst>
                                    <p:animScale>
                                      <p:cBhvr>
                                        <p:cTn id="9" dur="400" fill="hold"/>
                                        <p:tgtEl>
                                          <p:spTgt spid="13"/>
                                        </p:tgtEl>
                                      </p:cBhvr>
                                      <p:by x="120000" y="120000"/>
                                    </p:animScale>
                                  </p:childTnLst>
                                </p:cTn>
                              </p:par>
                              <p:par>
                                <p:cTn id="10" presetID="6" presetClass="emph" presetSubtype="0" decel="100000" fill="hold" grpId="2" nodeType="withEffect">
                                  <p:stCondLst>
                                    <p:cond delay="500"/>
                                  </p:stCondLst>
                                  <p:childTnLst>
                                    <p:animScale>
                                      <p:cBhvr>
                                        <p:cTn id="11" dur="4050" fill="hold"/>
                                        <p:tgtEl>
                                          <p:spTgt spid="13"/>
                                        </p:tgtEl>
                                      </p:cBhvr>
                                      <p:by x="84000" y="8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to background quotation left">
    <p:bg>
      <p:bgPr>
        <a:solidFill>
          <a:schemeClr val="bg2">
            <a:lumMod val="95000"/>
          </a:schemeClr>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243A941-1286-5A4A-AF31-00267278F236}"/>
              </a:ext>
            </a:extLst>
          </p:cNvPr>
          <p:cNvSpPr>
            <a:spLocks noGrp="1"/>
          </p:cNvSpPr>
          <p:nvPr>
            <p:ph type="pic" sz="quarter" idx="15" hasCustomPrompt="1"/>
          </p:nvPr>
        </p:nvSpPr>
        <p:spPr>
          <a:xfrm>
            <a:off x="0" y="0"/>
            <a:ext cx="12192000" cy="6858000"/>
          </a:xfrm>
          <a:solidFill>
            <a:schemeClr val="bg2">
              <a:lumMod val="95000"/>
            </a:schemeClr>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p:nvPr>
        </p:nvSpPr>
        <p:spPr>
          <a:xfrm>
            <a:off x="1214437" y="1700808"/>
            <a:ext cx="3657427" cy="4607917"/>
          </a:xfrm>
        </p:spPr>
        <p:txBody>
          <a:bodyPr/>
          <a:lstStyle>
            <a:lvl1pPr>
              <a:lnSpc>
                <a:spcPct val="113000"/>
              </a:lnSpc>
              <a:spcBef>
                <a:spcPts val="900"/>
              </a:spcBef>
              <a:spcAft>
                <a:spcPts val="600"/>
              </a:spcAft>
              <a:defRPr sz="1900">
                <a:solidFill>
                  <a:schemeClr val="tx1"/>
                </a:solidFill>
              </a:defRPr>
            </a:lvl1pPr>
            <a:lvl2pPr>
              <a:buClr>
                <a:schemeClr val="accent2"/>
              </a:buClr>
              <a:defRPr sz="1800">
                <a:solidFill>
                  <a:schemeClr val="tx1"/>
                </a:solidFill>
              </a:defRPr>
            </a:lvl2pPr>
            <a:lvl3pPr>
              <a:buClr>
                <a:schemeClr val="accent2"/>
              </a:buClr>
              <a:defRPr sz="1600">
                <a:solidFill>
                  <a:schemeClr val="tx1"/>
                </a:solidFill>
              </a:defRPr>
            </a:lvl3pPr>
            <a:lvl4pPr>
              <a:buClr>
                <a:schemeClr val="accent2"/>
              </a:buClr>
              <a:defRPr sz="1400">
                <a:solidFill>
                  <a:schemeClr val="tx1"/>
                </a:solidFill>
              </a:defRPr>
            </a:lvl4pPr>
            <a:lvl5pPr>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394009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150"/>
                                        <p:tgtEl>
                                          <p:spTgt spid="13"/>
                                        </p:tgtEl>
                                      </p:cBhvr>
                                    </p:animEffect>
                                  </p:childTnLst>
                                </p:cTn>
                              </p:par>
                              <p:par>
                                <p:cTn id="8" presetID="6" presetClass="emph" presetSubtype="0" fill="hold" grpId="1" nodeType="withEffect">
                                  <p:stCondLst>
                                    <p:cond delay="0"/>
                                  </p:stCondLst>
                                  <p:childTnLst>
                                    <p:animScale>
                                      <p:cBhvr>
                                        <p:cTn id="9" dur="400" fill="hold"/>
                                        <p:tgtEl>
                                          <p:spTgt spid="13"/>
                                        </p:tgtEl>
                                      </p:cBhvr>
                                      <p:by x="120000" y="120000"/>
                                    </p:animScale>
                                  </p:childTnLst>
                                </p:cTn>
                              </p:par>
                              <p:par>
                                <p:cTn id="10" presetID="6" presetClass="emph" presetSubtype="0" decel="100000" fill="hold" grpId="2" nodeType="withEffect">
                                  <p:stCondLst>
                                    <p:cond delay="500"/>
                                  </p:stCondLst>
                                  <p:childTnLst>
                                    <p:animScale>
                                      <p:cBhvr>
                                        <p:cTn id="11" dur="4050" fill="hold"/>
                                        <p:tgtEl>
                                          <p:spTgt spid="13"/>
                                        </p:tgtEl>
                                      </p:cBhvr>
                                      <p:by x="84000" y="8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to wide image shape r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4FF3428-FF08-2F20-2F70-8581BCB0CB47}"/>
              </a:ext>
            </a:extLst>
          </p:cNvPr>
          <p:cNvSpPr>
            <a:spLocks noGrp="1"/>
          </p:cNvSpPr>
          <p:nvPr>
            <p:ph type="pic" sz="quarter" idx="15" hasCustomPrompt="1"/>
          </p:nvPr>
        </p:nvSpPr>
        <p:spPr>
          <a:xfrm>
            <a:off x="6578650" y="1"/>
            <a:ext cx="5613350" cy="6100647"/>
          </a:xfrm>
          <a:custGeom>
            <a:avLst/>
            <a:gdLst>
              <a:gd name="connsiteX0" fmla="*/ 0 w 5613350"/>
              <a:gd name="connsiteY0" fmla="*/ 0 h 6100647"/>
              <a:gd name="connsiteX1" fmla="*/ 5613350 w 5613350"/>
              <a:gd name="connsiteY1" fmla="*/ 0 h 6100647"/>
              <a:gd name="connsiteX2" fmla="*/ 5613350 w 5613350"/>
              <a:gd name="connsiteY2" fmla="*/ 6100647 h 6100647"/>
              <a:gd name="connsiteX3" fmla="*/ 5600499 w 5613350"/>
              <a:gd name="connsiteY3" fmla="*/ 6098703 h 6100647"/>
              <a:gd name="connsiteX4" fmla="*/ 2634838 w 5613350"/>
              <a:gd name="connsiteY4" fmla="*/ 5536471 h 6100647"/>
              <a:gd name="connsiteX5" fmla="*/ 0 w 5613350"/>
              <a:gd name="connsiteY5" fmla="*/ 4905357 h 610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3350" h="6100647">
                <a:moveTo>
                  <a:pt x="0" y="0"/>
                </a:moveTo>
                <a:lnTo>
                  <a:pt x="5613350" y="0"/>
                </a:lnTo>
                <a:lnTo>
                  <a:pt x="5613350" y="6100647"/>
                </a:lnTo>
                <a:lnTo>
                  <a:pt x="5600499" y="6098703"/>
                </a:lnTo>
                <a:cubicBezTo>
                  <a:pt x="5409873" y="6067965"/>
                  <a:pt x="3457927" y="5712479"/>
                  <a:pt x="2634838" y="5536471"/>
                </a:cubicBezTo>
                <a:cubicBezTo>
                  <a:pt x="1670640" y="5335662"/>
                  <a:pt x="792362" y="5125292"/>
                  <a:pt x="0" y="4905357"/>
                </a:cubicBezTo>
                <a:close/>
              </a:path>
            </a:pathLst>
          </a:custGeom>
          <a:solidFill>
            <a:schemeClr val="bg2">
              <a:lumMod val="90000"/>
            </a:schemeClr>
          </a:solidFill>
        </p:spPr>
        <p:txBody>
          <a:bodyPr wrap="square">
            <a:noAutofit/>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and </a:t>
            </a:r>
            <a:r>
              <a:rPr lang="de-DE" err="1"/>
              <a:t>insert</a:t>
            </a:r>
            <a:r>
              <a:rPr lang="de-DE"/>
              <a:t> </a:t>
            </a:r>
            <a:r>
              <a:rPr lang="de-DE" err="1"/>
              <a:t>image</a:t>
            </a:r>
            <a:endParaRPr lang="de-DE"/>
          </a:p>
        </p:txBody>
      </p:sp>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p:nvPr>
        </p:nvSpPr>
        <p:spPr>
          <a:xfrm>
            <a:off x="604839" y="1844824"/>
            <a:ext cx="5491162" cy="4463901"/>
          </a:xfrm>
        </p:spPr>
        <p:txBody>
          <a:bodyPr/>
          <a:lstStyle>
            <a:lvl1pPr>
              <a:lnSpc>
                <a:spcPct val="113000"/>
              </a:lnSpc>
              <a:spcBef>
                <a:spcPts val="900"/>
              </a:spcBef>
              <a:spcAft>
                <a:spcPts val="600"/>
              </a:spcAft>
              <a:defRPr sz="1900">
                <a:solidFill>
                  <a:schemeClr val="tx1"/>
                </a:solidFill>
              </a:defRPr>
            </a:lvl1pPr>
            <a:lvl2pPr>
              <a:buClr>
                <a:schemeClr val="accent2"/>
              </a:buClr>
              <a:defRPr sz="1800">
                <a:solidFill>
                  <a:schemeClr val="tx1"/>
                </a:solidFill>
              </a:defRPr>
            </a:lvl2pPr>
            <a:lvl3pPr>
              <a:buClr>
                <a:schemeClr val="accent2"/>
              </a:buClr>
              <a:defRPr sz="1600">
                <a:solidFill>
                  <a:schemeClr val="tx1"/>
                </a:solidFill>
              </a:defRPr>
            </a:lvl3pPr>
            <a:lvl4pPr>
              <a:buClr>
                <a:schemeClr val="accent2"/>
              </a:buClr>
              <a:defRPr sz="1400">
                <a:solidFill>
                  <a:schemeClr val="tx1"/>
                </a:solidFill>
              </a:defRPr>
            </a:lvl4pPr>
            <a:lvl5pPr>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ext Placeholder 10">
            <a:extLst>
              <a:ext uri="{FF2B5EF4-FFF2-40B4-BE49-F238E27FC236}">
                <a16:creationId xmlns:a16="http://schemas.microsoft.com/office/drawing/2014/main" id="{BB1BB755-0ECF-3E94-5E8B-138DCEF43818}"/>
              </a:ext>
            </a:extLst>
          </p:cNvPr>
          <p:cNvSpPr>
            <a:spLocks noGrp="1"/>
          </p:cNvSpPr>
          <p:nvPr>
            <p:ph type="body" sz="quarter" idx="14"/>
          </p:nvPr>
        </p:nvSpPr>
        <p:spPr>
          <a:xfrm>
            <a:off x="604837" y="1330673"/>
            <a:ext cx="5491163" cy="401290"/>
          </a:xfrm>
        </p:spPr>
        <p:txBody>
          <a:bodyPr/>
          <a:lstStyle>
            <a:lvl1pPr>
              <a:defRPr b="1">
                <a:solidFill>
                  <a:schemeClr val="tx2"/>
                </a:solidFill>
                <a:latin typeface="+mj-lt"/>
              </a:defRPr>
            </a:lvl1pPr>
            <a:lvl2pPr marL="0" indent="0">
              <a:buClr>
                <a:schemeClr val="bg1"/>
              </a:buClr>
              <a:buFont typeface="Wingdings" panose="05000000000000000000" pitchFamily="2" charset="2"/>
              <a:buNone/>
              <a:defRPr>
                <a:solidFill>
                  <a:schemeClr val="bg1"/>
                </a:solidFill>
              </a:defRPr>
            </a:lvl2pPr>
            <a:lvl3pPr marL="542925" indent="-276225">
              <a:buClr>
                <a:schemeClr val="bg1"/>
              </a:buClr>
              <a:buFont typeface="Wingdings" panose="05000000000000000000" pitchFamily="2" charset="2"/>
              <a:buChar char="§"/>
              <a:defRPr>
                <a:solidFill>
                  <a:schemeClr val="bg1"/>
                </a:solidFill>
              </a:defRPr>
            </a:lvl3pPr>
            <a:lvl4pPr marL="809625" indent="-266700">
              <a:buClr>
                <a:schemeClr val="bg1"/>
              </a:buClr>
              <a:buFont typeface="Wingdings" panose="05000000000000000000" pitchFamily="2" charset="2"/>
              <a:buChar char="§"/>
              <a:defRPr>
                <a:solidFill>
                  <a:schemeClr val="bg1"/>
                </a:solidFill>
              </a:defRPr>
            </a:lvl4pPr>
            <a:lvl5pPr marL="1076325" indent="-266700">
              <a:buClr>
                <a:schemeClr val="bg1"/>
              </a:buClr>
              <a:buFont typeface="Wingdings" panose="05000000000000000000" pitchFamily="2" charset="2"/>
              <a:buChar char="§"/>
              <a:defRPr>
                <a:solidFill>
                  <a:schemeClr val="bg1"/>
                </a:solidFill>
              </a:defRPr>
            </a:lvl5pPr>
          </a:lstStyle>
          <a:p>
            <a:pPr lvl="0"/>
            <a:r>
              <a:rPr lang="en-US"/>
              <a:t>Click to edit Master text styles</a:t>
            </a:r>
          </a:p>
        </p:txBody>
      </p:sp>
      <p:sp>
        <p:nvSpPr>
          <p:cNvPr id="12" name="Title 11">
            <a:extLst>
              <a:ext uri="{FF2B5EF4-FFF2-40B4-BE49-F238E27FC236}">
                <a16:creationId xmlns:a16="http://schemas.microsoft.com/office/drawing/2014/main" id="{7AD1E7F8-282F-7272-F9F4-8FE3862765D3}"/>
              </a:ext>
            </a:extLst>
          </p:cNvPr>
          <p:cNvSpPr>
            <a:spLocks noGrp="1"/>
          </p:cNvSpPr>
          <p:nvPr>
            <p:ph type="title"/>
          </p:nvPr>
        </p:nvSpPr>
        <p:spPr>
          <a:xfrm>
            <a:off x="604837" y="155737"/>
            <a:ext cx="5707187" cy="950719"/>
          </a:xfrm>
        </p:spPr>
        <p:txBody>
          <a:bodyPr/>
          <a:lstStyle/>
          <a:p>
            <a:r>
              <a:rPr lang="en-US"/>
              <a:t>Click to edit Master title style</a:t>
            </a:r>
            <a:endParaRPr lang="de-DE"/>
          </a:p>
        </p:txBody>
      </p:sp>
    </p:spTree>
    <p:extLst>
      <p:ext uri="{BB962C8B-B14F-4D97-AF65-F5344CB8AC3E}">
        <p14:creationId xmlns:p14="http://schemas.microsoft.com/office/powerpoint/2010/main" val="198517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to narrow image shape righ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hasCustomPrompt="1"/>
          </p:nvPr>
        </p:nvSpPr>
        <p:spPr>
          <a:xfrm>
            <a:off x="604838" y="1330672"/>
            <a:ext cx="7291361" cy="4978053"/>
          </a:xfrm>
        </p:spPr>
        <p:txBody>
          <a:bodyPr numCol="2" spcCol="252000"/>
          <a:lstStyle>
            <a:lvl1pPr>
              <a:lnSpc>
                <a:spcPct val="113000"/>
              </a:lnSpc>
              <a:spcBef>
                <a:spcPts val="900"/>
              </a:spcBef>
              <a:spcAft>
                <a:spcPts val="600"/>
              </a:spcAft>
              <a:defRPr lang="en-GB" sz="2400" b="1" kern="1200" spc="-20" baseline="0" dirty="0">
                <a:solidFill>
                  <a:schemeClr val="tx2"/>
                </a:solidFill>
                <a:latin typeface="+mj-lt"/>
                <a:ea typeface="+mn-ea"/>
                <a:cs typeface="+mn-cs"/>
              </a:defRPr>
            </a:lvl1pPr>
            <a:lvl2pPr marL="0" indent="0">
              <a:lnSpc>
                <a:spcPct val="110000"/>
              </a:lnSpc>
              <a:buClr>
                <a:schemeClr val="accent2"/>
              </a:buClr>
              <a:buNone/>
              <a:defRPr lang="en-GB" sz="1900" kern="1200" spc="-20" baseline="0" dirty="0">
                <a:solidFill>
                  <a:schemeClr val="tx1"/>
                </a:solidFill>
                <a:latin typeface="+mn-lt"/>
                <a:ea typeface="+mn-ea"/>
                <a:cs typeface="+mn-cs"/>
              </a:defRPr>
            </a:lvl2pPr>
            <a:lvl3pPr marL="285750" indent="-285750">
              <a:buClr>
                <a:schemeClr val="accent2"/>
              </a:buClr>
              <a:defRPr sz="1600">
                <a:solidFill>
                  <a:schemeClr val="tx1"/>
                </a:solidFill>
              </a:defRPr>
            </a:lvl3pPr>
            <a:lvl4pPr>
              <a:buClr>
                <a:schemeClr val="accent2"/>
              </a:buClr>
              <a:defRPr sz="1400">
                <a:solidFill>
                  <a:schemeClr val="tx1"/>
                </a:solidFill>
              </a:defRPr>
            </a:lvl4pPr>
            <a:lvl5pPr>
              <a:buClr>
                <a:schemeClr val="accent2"/>
              </a:buClr>
              <a:defRPr sz="1400">
                <a:solidFill>
                  <a:schemeClr val="tx1"/>
                </a:solidFill>
              </a:defRPr>
            </a:lvl5pPr>
          </a:lstStyle>
          <a:p>
            <a:pPr marL="0" lvl="0" indent="0" algn="l" defTabSz="828000" rtl="0" eaLnBrk="1" latinLnBrk="0" hangingPunct="1">
              <a:lnSpc>
                <a:spcPct val="105000"/>
              </a:lnSpc>
              <a:spcBef>
                <a:spcPts val="600"/>
              </a:spcBef>
              <a:spcAft>
                <a:spcPts val="0"/>
              </a:spcAft>
              <a:buClr>
                <a:schemeClr val="accent2"/>
              </a:buClr>
              <a:buFont typeface="Wingdings" panose="05000000000000000000" pitchFamily="2" charset="2"/>
              <a:buNone/>
            </a:pPr>
            <a:r>
              <a:rPr lang="en-US" noProof="0"/>
              <a:t>Subtitle</a:t>
            </a:r>
          </a:p>
          <a:p>
            <a:pPr marL="0" lvl="1" indent="0" algn="l" defTabSz="828000" rtl="0" eaLnBrk="1" latinLnBrk="0" hangingPunct="1">
              <a:lnSpc>
                <a:spcPct val="113000"/>
              </a:lnSpc>
              <a:spcBef>
                <a:spcPts val="900"/>
              </a:spcBef>
              <a:spcAft>
                <a:spcPts val="600"/>
              </a:spcAft>
              <a:buClr>
                <a:schemeClr val="accent2"/>
              </a:buClr>
              <a:buFont typeface="Wingdings" panose="05000000000000000000" pitchFamily="2" charset="2"/>
              <a:buNone/>
            </a:pPr>
            <a:r>
              <a:rPr lang="en-US" noProof="0"/>
              <a:t>Second level</a:t>
            </a:r>
          </a:p>
          <a:p>
            <a:pPr marL="266700" lvl="1" indent="-266700" algn="l" defTabSz="828000" rtl="0" eaLnBrk="1" latinLnBrk="0" hangingPunct="1">
              <a:lnSpc>
                <a:spcPct val="105000"/>
              </a:lnSpc>
              <a:spcBef>
                <a:spcPts val="600"/>
              </a:spcBef>
              <a:spcAft>
                <a:spcPts val="0"/>
              </a:spcAft>
              <a:buClr>
                <a:schemeClr val="accent2"/>
              </a:buClr>
              <a:buFont typeface="Wingdings" panose="05000000000000000000" pitchFamily="2" charset="2"/>
              <a:buChar char="§"/>
            </a:pPr>
            <a:r>
              <a:rPr lang="en-US" noProof="0"/>
              <a:t>Third level</a:t>
            </a:r>
          </a:p>
        </p:txBody>
      </p:sp>
      <p:sp>
        <p:nvSpPr>
          <p:cNvPr id="12" name="Title 11">
            <a:extLst>
              <a:ext uri="{FF2B5EF4-FFF2-40B4-BE49-F238E27FC236}">
                <a16:creationId xmlns:a16="http://schemas.microsoft.com/office/drawing/2014/main" id="{7AD1E7F8-282F-7272-F9F4-8FE3862765D3}"/>
              </a:ext>
            </a:extLst>
          </p:cNvPr>
          <p:cNvSpPr>
            <a:spLocks noGrp="1"/>
          </p:cNvSpPr>
          <p:nvPr>
            <p:ph type="title"/>
          </p:nvPr>
        </p:nvSpPr>
        <p:spPr>
          <a:xfrm>
            <a:off x="604837" y="155737"/>
            <a:ext cx="5707187" cy="950719"/>
          </a:xfrm>
        </p:spPr>
        <p:txBody>
          <a:bodyPr/>
          <a:lstStyle/>
          <a:p>
            <a:r>
              <a:rPr lang="en-US"/>
              <a:t>Click to edit Master title style</a:t>
            </a:r>
            <a:endParaRPr lang="de-DE"/>
          </a:p>
        </p:txBody>
      </p:sp>
      <p:sp>
        <p:nvSpPr>
          <p:cNvPr id="15" name="Picture Placeholder 14">
            <a:extLst>
              <a:ext uri="{FF2B5EF4-FFF2-40B4-BE49-F238E27FC236}">
                <a16:creationId xmlns:a16="http://schemas.microsoft.com/office/drawing/2014/main" id="{C0DCB06F-8E97-4668-9304-85CB334D05B4}"/>
              </a:ext>
            </a:extLst>
          </p:cNvPr>
          <p:cNvSpPr>
            <a:spLocks noGrp="1"/>
          </p:cNvSpPr>
          <p:nvPr>
            <p:ph type="pic" sz="quarter" idx="15" hasCustomPrompt="1"/>
          </p:nvPr>
        </p:nvSpPr>
        <p:spPr>
          <a:xfrm>
            <a:off x="8133880" y="1"/>
            <a:ext cx="4058120" cy="6100647"/>
          </a:xfrm>
          <a:custGeom>
            <a:avLst/>
            <a:gdLst>
              <a:gd name="connsiteX0" fmla="*/ 0 w 4058120"/>
              <a:gd name="connsiteY0" fmla="*/ 0 h 6100647"/>
              <a:gd name="connsiteX1" fmla="*/ 4058120 w 4058120"/>
              <a:gd name="connsiteY1" fmla="*/ 0 h 6100647"/>
              <a:gd name="connsiteX2" fmla="*/ 4058120 w 4058120"/>
              <a:gd name="connsiteY2" fmla="*/ 6100647 h 6100647"/>
              <a:gd name="connsiteX3" fmla="*/ 4031588 w 4058120"/>
              <a:gd name="connsiteY3" fmla="*/ 6096371 h 6100647"/>
              <a:gd name="connsiteX4" fmla="*/ 1904832 w 4058120"/>
              <a:gd name="connsiteY4" fmla="*/ 5692781 h 6100647"/>
              <a:gd name="connsiteX5" fmla="*/ 0 w 4058120"/>
              <a:gd name="connsiteY5" fmla="*/ 5236523 h 610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8120" h="6100647">
                <a:moveTo>
                  <a:pt x="0" y="0"/>
                </a:moveTo>
                <a:lnTo>
                  <a:pt x="4058120" y="0"/>
                </a:lnTo>
                <a:lnTo>
                  <a:pt x="4058120" y="6100647"/>
                </a:lnTo>
                <a:lnTo>
                  <a:pt x="4031588" y="6096371"/>
                </a:lnTo>
                <a:cubicBezTo>
                  <a:pt x="3820826" y="6060575"/>
                  <a:pt x="2480682" y="5815920"/>
                  <a:pt x="1904832" y="5692781"/>
                </a:cubicBezTo>
                <a:cubicBezTo>
                  <a:pt x="1207774" y="5547608"/>
                  <a:pt x="572831" y="5395523"/>
                  <a:pt x="0" y="5236523"/>
                </a:cubicBezTo>
                <a:close/>
              </a:path>
            </a:pathLst>
          </a:custGeom>
          <a:solidFill>
            <a:schemeClr val="bg2">
              <a:lumMod val="90000"/>
            </a:schemeClr>
          </a:solidFill>
        </p:spPr>
        <p:txBody>
          <a:bodyPr wrap="square">
            <a:noAutofit/>
          </a:bodyPr>
          <a:lstStyle/>
          <a:p>
            <a:r>
              <a:rPr lang="en-GB"/>
              <a:t>Click on the icon and insert image</a:t>
            </a:r>
          </a:p>
        </p:txBody>
      </p:sp>
    </p:spTree>
    <p:extLst>
      <p:ext uri="{BB962C8B-B14F-4D97-AF65-F5344CB8AC3E}">
        <p14:creationId xmlns:p14="http://schemas.microsoft.com/office/powerpoint/2010/main" val="751506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to wide image round shape righ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AD1E7F8-282F-7272-F9F4-8FE3862765D3}"/>
              </a:ext>
            </a:extLst>
          </p:cNvPr>
          <p:cNvSpPr>
            <a:spLocks noGrp="1"/>
          </p:cNvSpPr>
          <p:nvPr>
            <p:ph type="title"/>
          </p:nvPr>
        </p:nvSpPr>
        <p:spPr>
          <a:xfrm>
            <a:off x="604838" y="1264111"/>
            <a:ext cx="5491162" cy="276999"/>
          </a:xfrm>
        </p:spPr>
        <p:txBody>
          <a:bodyPr anchor="t">
            <a:spAutoFit/>
          </a:bodyPr>
          <a:lstStyle>
            <a:lvl1pPr>
              <a:defRPr sz="2000" b="1">
                <a:solidFill>
                  <a:schemeClr val="tx2"/>
                </a:solidFill>
              </a:defRPr>
            </a:lvl1pPr>
          </a:lstStyle>
          <a:p>
            <a:r>
              <a:rPr lang="en-US"/>
              <a:t>Click to edit Master title style</a:t>
            </a:r>
            <a:endParaRPr lang="de-DE"/>
          </a:p>
        </p:txBody>
      </p:sp>
      <p:sp>
        <p:nvSpPr>
          <p:cNvPr id="10" name="Picture Placeholder 9">
            <a:extLst>
              <a:ext uri="{FF2B5EF4-FFF2-40B4-BE49-F238E27FC236}">
                <a16:creationId xmlns:a16="http://schemas.microsoft.com/office/drawing/2014/main" id="{7941452F-EACB-BB69-FD64-8552C1114539}"/>
              </a:ext>
            </a:extLst>
          </p:cNvPr>
          <p:cNvSpPr>
            <a:spLocks noGrp="1"/>
          </p:cNvSpPr>
          <p:nvPr>
            <p:ph type="pic" sz="quarter" idx="15" hasCustomPrompt="1"/>
          </p:nvPr>
        </p:nvSpPr>
        <p:spPr>
          <a:xfrm>
            <a:off x="6782543" y="1"/>
            <a:ext cx="5409457" cy="5373214"/>
          </a:xfrm>
          <a:custGeom>
            <a:avLst/>
            <a:gdLst>
              <a:gd name="connsiteX0" fmla="*/ 0 w 5409457"/>
              <a:gd name="connsiteY0" fmla="*/ 0 h 5373214"/>
              <a:gd name="connsiteX1" fmla="*/ 5409457 w 5409457"/>
              <a:gd name="connsiteY1" fmla="*/ 0 h 5373214"/>
              <a:gd name="connsiteX2" fmla="*/ 5409457 w 5409457"/>
              <a:gd name="connsiteY2" fmla="*/ 5373214 h 5373214"/>
              <a:gd name="connsiteX3" fmla="*/ 2340693 w 5409457"/>
              <a:gd name="connsiteY3" fmla="*/ 4866454 h 5373214"/>
              <a:gd name="connsiteX4" fmla="*/ 453 w 5409457"/>
              <a:gd name="connsiteY4" fmla="*/ 2108959 h 5373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9457" h="5373214">
                <a:moveTo>
                  <a:pt x="0" y="0"/>
                </a:moveTo>
                <a:lnTo>
                  <a:pt x="5409457" y="0"/>
                </a:lnTo>
                <a:lnTo>
                  <a:pt x="5409457" y="5373214"/>
                </a:lnTo>
                <a:lnTo>
                  <a:pt x="2340693" y="4866454"/>
                </a:lnTo>
                <a:cubicBezTo>
                  <a:pt x="990966" y="4643652"/>
                  <a:pt x="899" y="3476797"/>
                  <a:pt x="453" y="2108959"/>
                </a:cubicBezTo>
                <a:close/>
              </a:path>
            </a:pathLst>
          </a:custGeom>
          <a:solidFill>
            <a:schemeClr val="bg2">
              <a:lumMod val="90000"/>
            </a:schemeClr>
          </a:solidFill>
        </p:spPr>
        <p:txBody>
          <a:bodyPr wrap="square">
            <a:noAutofit/>
          </a:bodyPr>
          <a:lstStyle/>
          <a:p>
            <a:r>
              <a:rPr lang="en-GB"/>
              <a:t>Click on the icon and insert image</a:t>
            </a:r>
          </a:p>
        </p:txBody>
      </p:sp>
      <p:sp>
        <p:nvSpPr>
          <p:cNvPr id="16" name="Text Placeholder 15">
            <a:extLst>
              <a:ext uri="{FF2B5EF4-FFF2-40B4-BE49-F238E27FC236}">
                <a16:creationId xmlns:a16="http://schemas.microsoft.com/office/drawing/2014/main" id="{1747A4A2-C2F8-401B-688B-592DFAD806DA}"/>
              </a:ext>
            </a:extLst>
          </p:cNvPr>
          <p:cNvSpPr>
            <a:spLocks noGrp="1"/>
          </p:cNvSpPr>
          <p:nvPr>
            <p:ph type="body" sz="quarter" idx="16"/>
          </p:nvPr>
        </p:nvSpPr>
        <p:spPr>
          <a:xfrm>
            <a:off x="604838" y="1700213"/>
            <a:ext cx="5491162" cy="2592387"/>
          </a:xfrm>
        </p:spPr>
        <p:txBody>
          <a:bodyPr/>
          <a:lstStyle>
            <a:lvl1pPr>
              <a:defRPr sz="1400"/>
            </a:lvl1pPr>
            <a:lvl2pPr marL="176213" indent="-176213">
              <a:defRPr sz="1400"/>
            </a:lvl2pPr>
            <a:lvl3pPr marL="354013" indent="-177800">
              <a:defRPr sz="1200"/>
            </a:lvl3pPr>
            <a:lvl4pPr marL="541338" indent="-187325">
              <a:defRPr sz="1100"/>
            </a:lvl4pPr>
            <a:lvl5pPr marL="717550"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8450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42" presetClass="path" presetSubtype="0" decel="100000" fill="hold" grpId="1" nodeType="withEffect">
                                  <p:stCondLst>
                                    <p:cond delay="250"/>
                                  </p:stCondLst>
                                  <p:childTnLst>
                                    <p:animMotion origin="layout" path="M 5E-6 -0.07014 L 5E-6 3.33333E-6 " pathEditMode="relative" rAng="0" ptsTypes="AA">
                                      <p:cBhvr>
                                        <p:cTn id="9" dur="2000" fill="hold"/>
                                        <p:tgtEl>
                                          <p:spTgt spid="10"/>
                                        </p:tgtEl>
                                        <p:attrNameLst>
                                          <p:attrName>ppt_x</p:attrName>
                                          <p:attrName>ppt_y</p:attrName>
                                        </p:attrNameLst>
                                      </p:cBhvr>
                                      <p:rCtr x="0" y="349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ation shape background image">
    <p:bg>
      <p:bgPr>
        <a:solidFill>
          <a:schemeClr val="bg2">
            <a:lumMod val="95000"/>
          </a:schemeClr>
        </a:solidFill>
        <a:effectLst/>
      </p:bgPr>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C963A4C2-FDBB-B94B-B2BC-350409B057EA}"/>
              </a:ext>
            </a:extLst>
          </p:cNvPr>
          <p:cNvSpPr>
            <a:spLocks noGrp="1"/>
          </p:cNvSpPr>
          <p:nvPr>
            <p:ph type="pic" sz="quarter" idx="10" hasCustomPrompt="1"/>
          </p:nvPr>
        </p:nvSpPr>
        <p:spPr>
          <a:xfrm>
            <a:off x="0" y="0"/>
            <a:ext cx="12192000" cy="6858000"/>
          </a:xfrm>
          <a:solidFill>
            <a:schemeClr val="bg2">
              <a:lumMod val="95000"/>
            </a:schemeClr>
          </a:solidFill>
        </p:spPr>
        <p:txBody>
          <a:bodyPr/>
          <a:lstStyle>
            <a:lvl1pPr marL="0" marR="0" indent="0" algn="ct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 </a:t>
            </a:r>
            <a:r>
              <a:rPr lang="de-DE" err="1"/>
              <a:t>if</a:t>
            </a:r>
            <a:r>
              <a:rPr lang="de-DE"/>
              <a:t> </a:t>
            </a:r>
            <a:r>
              <a:rPr lang="de-DE" err="1"/>
              <a:t>illustration</a:t>
            </a:r>
            <a:r>
              <a:rPr lang="de-DE"/>
              <a:t>, </a:t>
            </a:r>
            <a:r>
              <a:rPr lang="de-DE" err="1"/>
              <a:t>adjust</a:t>
            </a:r>
            <a:r>
              <a:rPr lang="de-DE"/>
              <a:t> </a:t>
            </a:r>
            <a:r>
              <a:rPr lang="de-DE" err="1"/>
              <a:t>the</a:t>
            </a:r>
            <a:r>
              <a:rPr lang="de-DE"/>
              <a:t> </a:t>
            </a:r>
            <a:r>
              <a:rPr lang="de-DE" err="1"/>
              <a:t>size</a:t>
            </a:r>
            <a:r>
              <a:rPr lang="de-DE"/>
              <a:t> </a:t>
            </a:r>
            <a:r>
              <a:rPr lang="de-DE" err="1"/>
              <a:t>with</a:t>
            </a:r>
            <a:r>
              <a:rPr lang="de-DE"/>
              <a:t> </a:t>
            </a:r>
            <a:r>
              <a:rPr lang="de-DE" err="1"/>
              <a:t>the</a:t>
            </a:r>
            <a:r>
              <a:rPr lang="de-DE"/>
              <a:t> </a:t>
            </a:r>
            <a:r>
              <a:rPr lang="de-DE" err="1"/>
              <a:t>crop</a:t>
            </a:r>
            <a:r>
              <a:rPr lang="de-DE"/>
              <a:t> </a:t>
            </a:r>
            <a:r>
              <a:rPr lang="de-DE" err="1"/>
              <a:t>tool</a:t>
            </a:r>
            <a:r>
              <a:rPr lang="de-DE"/>
              <a:t> </a:t>
            </a:r>
            <a:r>
              <a:rPr lang="de-DE" err="1"/>
              <a:t>under</a:t>
            </a:r>
            <a:r>
              <a:rPr lang="de-DE"/>
              <a:t> </a:t>
            </a:r>
            <a:r>
              <a:rPr lang="de-DE" err="1"/>
              <a:t>picture</a:t>
            </a:r>
            <a:r>
              <a:rPr lang="de-DE"/>
              <a:t> </a:t>
            </a:r>
            <a:r>
              <a:rPr lang="de-DE" err="1"/>
              <a:t>format</a:t>
            </a:r>
            <a:endParaRPr lang="de-DE"/>
          </a:p>
          <a:p>
            <a:endParaRPr lang="de-DE"/>
          </a:p>
        </p:txBody>
      </p:sp>
      <p:sp>
        <p:nvSpPr>
          <p:cNvPr id="13" name="Text Placeholder 12">
            <a:extLst>
              <a:ext uri="{FF2B5EF4-FFF2-40B4-BE49-F238E27FC236}">
                <a16:creationId xmlns:a16="http://schemas.microsoft.com/office/drawing/2014/main" id="{2720A82A-FE7F-A4A1-557A-1BDFEA98AF14}"/>
              </a:ext>
            </a:extLst>
          </p:cNvPr>
          <p:cNvSpPr>
            <a:spLocks noGrp="1"/>
          </p:cNvSpPr>
          <p:nvPr>
            <p:ph type="body" sz="quarter" idx="17" hasCustomPrompt="1"/>
          </p:nvPr>
        </p:nvSpPr>
        <p:spPr>
          <a:xfrm>
            <a:off x="604838" y="702219"/>
            <a:ext cx="4615587" cy="6155471"/>
          </a:xfrm>
          <a:custGeom>
            <a:avLst/>
            <a:gdLst>
              <a:gd name="connsiteX0" fmla="*/ 0 w 4615587"/>
              <a:gd name="connsiteY0" fmla="*/ 0 h 6155471"/>
              <a:gd name="connsiteX1" fmla="*/ 59561 w 4615587"/>
              <a:gd name="connsiteY1" fmla="*/ 0 h 6155471"/>
              <a:gd name="connsiteX2" fmla="*/ 2618204 w 4615587"/>
              <a:gd name="connsiteY2" fmla="*/ 422407 h 6155471"/>
              <a:gd name="connsiteX3" fmla="*/ 4614693 w 4615587"/>
              <a:gd name="connsiteY3" fmla="*/ 2774880 h 6155471"/>
              <a:gd name="connsiteX4" fmla="*/ 4615587 w 4615587"/>
              <a:gd name="connsiteY4" fmla="*/ 6144066 h 6155471"/>
              <a:gd name="connsiteX5" fmla="*/ 4615587 w 4615587"/>
              <a:gd name="connsiteY5" fmla="*/ 6155471 h 6155471"/>
              <a:gd name="connsiteX6" fmla="*/ 0 w 4615587"/>
              <a:gd name="connsiteY6" fmla="*/ 6155471 h 615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5587" h="6155471">
                <a:moveTo>
                  <a:pt x="0" y="0"/>
                </a:moveTo>
                <a:lnTo>
                  <a:pt x="59561" y="0"/>
                </a:lnTo>
                <a:lnTo>
                  <a:pt x="2618204" y="422407"/>
                </a:lnTo>
                <a:cubicBezTo>
                  <a:pt x="3769589" y="612421"/>
                  <a:pt x="4614336" y="1607885"/>
                  <a:pt x="4614693" y="2774880"/>
                </a:cubicBezTo>
                <a:lnTo>
                  <a:pt x="4615587" y="6144066"/>
                </a:lnTo>
                <a:lnTo>
                  <a:pt x="4615587" y="6155471"/>
                </a:lnTo>
                <a:lnTo>
                  <a:pt x="0" y="6155471"/>
                </a:lnTo>
                <a:close/>
              </a:path>
            </a:pathLst>
          </a:custGeom>
          <a:solidFill>
            <a:schemeClr val="tx2"/>
          </a:solidFill>
        </p:spPr>
        <p:txBody>
          <a:bodyPr vert="horz" wrap="square" lIns="601200" tIns="360000" rIns="144000" bIns="0" rtlCol="0">
            <a:noAutofit/>
          </a:bodyPr>
          <a:lstStyle>
            <a:lvl1pPr>
              <a:defRPr lang="en-GB" sz="2000" dirty="0" smtClean="0">
                <a:solidFill>
                  <a:schemeClr val="bg1"/>
                </a:solidFill>
              </a:defRPr>
            </a:lvl1pPr>
            <a:lvl2pPr>
              <a:defRPr lang="en-GB" sz="2000" dirty="0" smtClean="0">
                <a:solidFill>
                  <a:schemeClr val="accent4"/>
                </a:solidFill>
              </a:defRPr>
            </a:lvl2pPr>
            <a:lvl3pPr>
              <a:defRPr lang="en-GB" sz="1800" dirty="0" smtClean="0">
                <a:solidFill>
                  <a:schemeClr val="bg1"/>
                </a:solidFill>
              </a:defRPr>
            </a:lvl3pPr>
            <a:lvl4pPr>
              <a:defRPr lang="en-GB" sz="1600" dirty="0" smtClean="0">
                <a:solidFill>
                  <a:schemeClr val="bg1"/>
                </a:solidFill>
              </a:defRPr>
            </a:lvl4pPr>
            <a:lvl5pPr>
              <a:defRPr lang="en-GB" sz="1600" dirty="0">
                <a:solidFill>
                  <a:schemeClr val="bg1"/>
                </a:solidFill>
              </a:defRPr>
            </a:lvl5pPr>
          </a:lstStyle>
          <a:p>
            <a:pPr marL="0" lvl="0" indent="-266700">
              <a:buNone/>
            </a:pPr>
            <a:r>
              <a:rPr lang="en-GB"/>
              <a:t> </a:t>
            </a:r>
          </a:p>
        </p:txBody>
      </p:sp>
      <p:sp>
        <p:nvSpPr>
          <p:cNvPr id="3" name="Subtitle 2">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22497" y="2852936"/>
            <a:ext cx="3793383" cy="3456384"/>
          </a:xfrm>
          <a:prstGeom prst="rect">
            <a:avLst/>
          </a:prstGeom>
        </p:spPr>
        <p:txBody>
          <a:bodyPr lIns="0" tIns="0" rIns="36000" bIns="0">
            <a:normAutofit/>
          </a:bodyPr>
          <a:lstStyle>
            <a:lvl1pPr marL="0" indent="0" algn="l">
              <a:lnSpc>
                <a:spcPct val="113000"/>
              </a:lnSpc>
              <a:spcBef>
                <a:spcPts val="600"/>
              </a:spcBef>
              <a:spcAft>
                <a:spcPts val="600"/>
              </a:spcAft>
              <a:buNone/>
              <a:defRPr sz="19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 text here</a:t>
            </a:r>
          </a:p>
        </p:txBody>
      </p:sp>
      <p:sp>
        <p:nvSpPr>
          <p:cNvPr id="14" name="Text Placeholder 11">
            <a:extLst>
              <a:ext uri="{FF2B5EF4-FFF2-40B4-BE49-F238E27FC236}">
                <a16:creationId xmlns:a16="http://schemas.microsoft.com/office/drawing/2014/main" id="{9CF73C65-8D39-9A61-90C3-394B25062AEB}"/>
              </a:ext>
            </a:extLst>
          </p:cNvPr>
          <p:cNvSpPr>
            <a:spLocks noGrp="1"/>
          </p:cNvSpPr>
          <p:nvPr>
            <p:ph type="body" sz="quarter" idx="18"/>
          </p:nvPr>
        </p:nvSpPr>
        <p:spPr>
          <a:xfrm>
            <a:off x="1218506" y="1757028"/>
            <a:ext cx="1072220" cy="708321"/>
          </a:xfrm>
          <a:blipFill>
            <a:blip>
              <a:extLst>
                <a:ext uri="{96DAC541-7B7A-43D3-8B79-37D633B846F1}">
                  <asvg:svgBlip xmlns:asvg="http://schemas.microsoft.com/office/drawing/2016/SVG/main" r:embed="rId2"/>
                </a:ext>
              </a:extLst>
            </a:blip>
            <a:stretch>
              <a:fillRect/>
            </a:stretch>
          </a:blipFill>
        </p:spPr>
        <p:txBody>
          <a:bodyPr/>
          <a:lstStyle>
            <a:lvl1pPr>
              <a:defRPr sz="14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endParaRPr lang="en-GB"/>
          </a:p>
        </p:txBody>
      </p:sp>
    </p:spTree>
    <p:extLst>
      <p:ext uri="{BB962C8B-B14F-4D97-AF65-F5344CB8AC3E}">
        <p14:creationId xmlns:p14="http://schemas.microsoft.com/office/powerpoint/2010/main" val="2430403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42" presetClass="path" presetSubtype="0" decel="76000" fill="hold" grpId="1" nodeType="withEffect">
                                  <p:stCondLst>
                                    <p:cond delay="0"/>
                                  </p:stCondLst>
                                  <p:childTnLst>
                                    <p:animMotion origin="layout" path="M -2.08333E-6 0.08264 L -2.08333E-6 2.59259E-6 " pathEditMode="relative" rAng="0" ptsTypes="AA">
                                      <p:cBhvr>
                                        <p:cTn id="9" dur="2000" fill="hold"/>
                                        <p:tgtEl>
                                          <p:spTgt spid="13"/>
                                        </p:tgtEl>
                                        <p:attrNameLst>
                                          <p:attrName>ppt_x</p:attrName>
                                          <p:attrName>ppt_y</p:attrName>
                                        </p:attrNameLst>
                                      </p:cBhvr>
                                      <p:rCtr x="0" y="-4144"/>
                                    </p:animMotion>
                                  </p:childTnLst>
                                </p:cTn>
                              </p:par>
                              <p:par>
                                <p:cTn id="10" presetID="10" presetClass="entr" presetSubtype="0" fill="hold" grpId="0" nodeType="withEffect">
                                  <p:stCondLst>
                                    <p:cond delay="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childTnLst>
                </p:cTn>
              </p:par>
            </p:tnLst>
          </p:tmpl>
        </p:tmplLst>
      </p:bldP>
      <p:bldP spid="13" grpId="1" animBg="1">
        <p:tmplLst>
          <p:tmpl>
            <p:tnLst>
              <p:par>
                <p:cTn presetID="42" presetClass="path" presetSubtype="0" decel="76000" fill="hold" nodeType="withEffect">
                  <p:stCondLst>
                    <p:cond delay="0"/>
                  </p:stCondLst>
                  <p:childTnLst>
                    <p:animMotion origin="layout" path="M -2.08333E-6 0.08264 L -2.08333E-6 2.59259E-6 " pathEditMode="relative" rAng="0" ptsTypes="AA">
                      <p:cBhvr>
                        <p:cTn dur="2000" fill="hold"/>
                        <p:tgtEl>
                          <p:spTgt spid="13"/>
                        </p:tgtEl>
                        <p:attrNameLst>
                          <p:attrName>ppt_x</p:attrName>
                          <p:attrName>ppt_y</p:attrName>
                        </p:attrNameLst>
                      </p:cBhvr>
                      <p:rCtr x="0" y="-4144"/>
                    </p:animMotion>
                  </p:childTnLst>
                </p:cTn>
              </p:par>
            </p:tnLst>
          </p:tmpl>
        </p:tmplLst>
      </p:bldP>
      <p:bldP spid="3" grpId="0" build="p">
        <p:tmplLst>
          <p:tmpl lvl="1">
            <p:tnLst>
              <p:par>
                <p:cTn presetID="10" presetClass="entr" presetSubtype="0" fill="hold" nodeType="withEffect">
                  <p:stCondLst>
                    <p:cond delay="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14" grpId="0" animBg="1">
        <p:tmplLst>
          <p:tmpl>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act inform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C06D-3F26-F5AF-4DE6-51C8161E5C9C}"/>
              </a:ext>
            </a:extLst>
          </p:cNvPr>
          <p:cNvSpPr>
            <a:spLocks noGrp="1"/>
          </p:cNvSpPr>
          <p:nvPr>
            <p:ph type="title"/>
          </p:nvPr>
        </p:nvSpPr>
        <p:spPr/>
        <p:txBody>
          <a:bodyPr/>
          <a:lstStyle/>
          <a:p>
            <a:r>
              <a:rPr lang="en-US"/>
              <a:t>Click to edit Master title style</a:t>
            </a:r>
            <a:endParaRPr lang="de-DE"/>
          </a:p>
        </p:txBody>
      </p:sp>
      <p:sp>
        <p:nvSpPr>
          <p:cNvPr id="13" name="Text Placeholder 12">
            <a:extLst>
              <a:ext uri="{FF2B5EF4-FFF2-40B4-BE49-F238E27FC236}">
                <a16:creationId xmlns:a16="http://schemas.microsoft.com/office/drawing/2014/main" id="{EB948FA4-7C96-BAEA-7F11-268ABCDDE68E}"/>
              </a:ext>
            </a:extLst>
          </p:cNvPr>
          <p:cNvSpPr>
            <a:spLocks noGrp="1"/>
          </p:cNvSpPr>
          <p:nvPr>
            <p:ph type="body" sz="quarter" idx="20"/>
          </p:nvPr>
        </p:nvSpPr>
        <p:spPr>
          <a:xfrm>
            <a:off x="604838" y="2400201"/>
            <a:ext cx="3508507" cy="2896739"/>
          </a:xfrm>
          <a:prstGeom prst="roundRect">
            <a:avLst>
              <a:gd name="adj" fmla="val 4610"/>
            </a:avLst>
          </a:prstGeom>
          <a:solidFill>
            <a:schemeClr val="tx2"/>
          </a:solidFill>
          <a:effectLst/>
        </p:spPr>
        <p:txBody>
          <a:bodyPr lIns="180000" tIns="900000" rIns="108000" bIns="108000" anchor="t" anchorCtr="0"/>
          <a:lstStyle>
            <a:lvl1pPr>
              <a:lnSpc>
                <a:spcPct val="100000"/>
              </a:lnSpc>
              <a:spcBef>
                <a:spcPts val="1200"/>
              </a:spcBef>
              <a:defRPr sz="1400">
                <a:solidFill>
                  <a:schemeClr val="bg2"/>
                </a:solidFill>
                <a:latin typeface="+mj-lt"/>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8" name="Picture Placeholder 17">
            <a:extLst>
              <a:ext uri="{FF2B5EF4-FFF2-40B4-BE49-F238E27FC236}">
                <a16:creationId xmlns:a16="http://schemas.microsoft.com/office/drawing/2014/main" id="{EC1A94F9-DC7A-4538-8277-70A44CA10105}"/>
              </a:ext>
            </a:extLst>
          </p:cNvPr>
          <p:cNvSpPr>
            <a:spLocks noGrp="1" noChangeAspect="1"/>
          </p:cNvSpPr>
          <p:nvPr>
            <p:ph type="pic" sz="quarter" idx="10"/>
          </p:nvPr>
        </p:nvSpPr>
        <p:spPr>
          <a:xfrm>
            <a:off x="1567003" y="1561060"/>
            <a:ext cx="1584176" cy="1584000"/>
          </a:xfrm>
          <a:prstGeom prst="ellipse">
            <a:avLst/>
          </a:prstGeom>
          <a:solidFill>
            <a:srgbClr val="D9D9D9"/>
          </a:solidFill>
        </p:spPr>
        <p:txBody>
          <a:bodyPr anchor="ctr"/>
          <a:lstStyle>
            <a:lvl1pPr algn="ctr">
              <a:defRPr sz="1200"/>
            </a:lvl1pPr>
          </a:lstStyle>
          <a:p>
            <a:r>
              <a:rPr lang="en-US" noProof="0"/>
              <a:t>Click icon to add picture</a:t>
            </a:r>
          </a:p>
        </p:txBody>
      </p:sp>
      <p:sp>
        <p:nvSpPr>
          <p:cNvPr id="16" name="Text Placeholder 12">
            <a:extLst>
              <a:ext uri="{FF2B5EF4-FFF2-40B4-BE49-F238E27FC236}">
                <a16:creationId xmlns:a16="http://schemas.microsoft.com/office/drawing/2014/main" id="{019C6C89-625C-E35A-778E-EC65B15B3FC9}"/>
              </a:ext>
            </a:extLst>
          </p:cNvPr>
          <p:cNvSpPr>
            <a:spLocks noGrp="1"/>
          </p:cNvSpPr>
          <p:nvPr>
            <p:ph type="body" sz="quarter" idx="52"/>
          </p:nvPr>
        </p:nvSpPr>
        <p:spPr>
          <a:xfrm>
            <a:off x="4335643" y="2400201"/>
            <a:ext cx="3508507" cy="2896739"/>
          </a:xfrm>
          <a:prstGeom prst="roundRect">
            <a:avLst>
              <a:gd name="adj" fmla="val 4610"/>
            </a:avLst>
          </a:prstGeom>
          <a:solidFill>
            <a:schemeClr val="tx2"/>
          </a:solidFill>
          <a:effectLst/>
        </p:spPr>
        <p:txBody>
          <a:bodyPr lIns="180000" tIns="900000" rIns="108000" bIns="108000" anchor="t" anchorCtr="0"/>
          <a:lstStyle>
            <a:lvl1pPr>
              <a:lnSpc>
                <a:spcPct val="100000"/>
              </a:lnSpc>
              <a:spcBef>
                <a:spcPts val="1200"/>
              </a:spcBef>
              <a:defRPr sz="1400">
                <a:solidFill>
                  <a:schemeClr val="bg2"/>
                </a:solidFill>
                <a:latin typeface="+mj-lt"/>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7" name="Picture Placeholder 17">
            <a:extLst>
              <a:ext uri="{FF2B5EF4-FFF2-40B4-BE49-F238E27FC236}">
                <a16:creationId xmlns:a16="http://schemas.microsoft.com/office/drawing/2014/main" id="{DE55ECA5-2062-D75B-B764-7D3DD0DFBAA8}"/>
              </a:ext>
            </a:extLst>
          </p:cNvPr>
          <p:cNvSpPr>
            <a:spLocks noGrp="1" noChangeAspect="1"/>
          </p:cNvSpPr>
          <p:nvPr>
            <p:ph type="pic" sz="quarter" idx="53"/>
          </p:nvPr>
        </p:nvSpPr>
        <p:spPr>
          <a:xfrm>
            <a:off x="5297808" y="1561060"/>
            <a:ext cx="1584176" cy="1584000"/>
          </a:xfrm>
          <a:prstGeom prst="ellipse">
            <a:avLst/>
          </a:prstGeom>
          <a:solidFill>
            <a:srgbClr val="D9D9D9"/>
          </a:solidFill>
        </p:spPr>
        <p:txBody>
          <a:bodyPr anchor="ctr"/>
          <a:lstStyle>
            <a:lvl1pPr algn="ctr">
              <a:defRPr sz="1200"/>
            </a:lvl1pPr>
          </a:lstStyle>
          <a:p>
            <a:r>
              <a:rPr lang="en-US" noProof="0"/>
              <a:t>Click icon to add picture</a:t>
            </a:r>
          </a:p>
        </p:txBody>
      </p:sp>
      <p:sp>
        <p:nvSpPr>
          <p:cNvPr id="20" name="Text Placeholder 12">
            <a:extLst>
              <a:ext uri="{FF2B5EF4-FFF2-40B4-BE49-F238E27FC236}">
                <a16:creationId xmlns:a16="http://schemas.microsoft.com/office/drawing/2014/main" id="{B32FDAE9-9FD8-3A87-84D3-15A423AFE870}"/>
              </a:ext>
            </a:extLst>
          </p:cNvPr>
          <p:cNvSpPr>
            <a:spLocks noGrp="1"/>
          </p:cNvSpPr>
          <p:nvPr>
            <p:ph type="body" sz="quarter" idx="54"/>
          </p:nvPr>
        </p:nvSpPr>
        <p:spPr>
          <a:xfrm>
            <a:off x="8066449" y="2400201"/>
            <a:ext cx="3508507" cy="2896739"/>
          </a:xfrm>
          <a:prstGeom prst="roundRect">
            <a:avLst>
              <a:gd name="adj" fmla="val 4610"/>
            </a:avLst>
          </a:prstGeom>
          <a:solidFill>
            <a:schemeClr val="tx2"/>
          </a:solidFill>
          <a:effectLst/>
        </p:spPr>
        <p:txBody>
          <a:bodyPr lIns="180000" tIns="900000" rIns="108000" bIns="108000" anchor="t" anchorCtr="0"/>
          <a:lstStyle>
            <a:lvl1pPr>
              <a:lnSpc>
                <a:spcPct val="100000"/>
              </a:lnSpc>
              <a:spcBef>
                <a:spcPts val="1200"/>
              </a:spcBef>
              <a:defRPr sz="1400">
                <a:solidFill>
                  <a:schemeClr val="bg2"/>
                </a:solidFill>
                <a:latin typeface="+mj-lt"/>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1" name="Picture Placeholder 17">
            <a:extLst>
              <a:ext uri="{FF2B5EF4-FFF2-40B4-BE49-F238E27FC236}">
                <a16:creationId xmlns:a16="http://schemas.microsoft.com/office/drawing/2014/main" id="{81FE45BC-F0E3-A68F-883B-1205B01D7329}"/>
              </a:ext>
            </a:extLst>
          </p:cNvPr>
          <p:cNvSpPr>
            <a:spLocks noGrp="1" noChangeAspect="1"/>
          </p:cNvSpPr>
          <p:nvPr>
            <p:ph type="pic" sz="quarter" idx="55"/>
          </p:nvPr>
        </p:nvSpPr>
        <p:spPr>
          <a:xfrm>
            <a:off x="9028614" y="1561060"/>
            <a:ext cx="1584176" cy="1584000"/>
          </a:xfrm>
          <a:prstGeom prst="ellipse">
            <a:avLst/>
          </a:prstGeom>
          <a:solidFill>
            <a:srgbClr val="D9D9D9"/>
          </a:solidFill>
        </p:spPr>
        <p:txBody>
          <a:bodyPr anchor="ctr"/>
          <a:lstStyle>
            <a:lvl1pPr algn="ctr">
              <a:defRPr sz="1200"/>
            </a:lvl1pPr>
          </a:lstStyle>
          <a:p>
            <a:r>
              <a:rPr lang="en-US" noProof="0"/>
              <a:t>Click icon to add picture</a:t>
            </a:r>
          </a:p>
        </p:txBody>
      </p:sp>
    </p:spTree>
    <p:extLst>
      <p:ext uri="{BB962C8B-B14F-4D97-AF65-F5344CB8AC3E}">
        <p14:creationId xmlns:p14="http://schemas.microsoft.com/office/powerpoint/2010/main" val="195879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loyee Statement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B948FA4-7C96-BAEA-7F11-268ABCDDE68E}"/>
              </a:ext>
            </a:extLst>
          </p:cNvPr>
          <p:cNvSpPr>
            <a:spLocks noGrp="1"/>
          </p:cNvSpPr>
          <p:nvPr>
            <p:ph type="body" sz="quarter" idx="20" hasCustomPrompt="1"/>
          </p:nvPr>
        </p:nvSpPr>
        <p:spPr>
          <a:xfrm>
            <a:off x="604838" y="1844824"/>
            <a:ext cx="3508507" cy="4185875"/>
          </a:xfrm>
          <a:prstGeom prst="roundRect">
            <a:avLst>
              <a:gd name="adj" fmla="val 3535"/>
            </a:avLst>
          </a:prstGeom>
          <a:solidFill>
            <a:schemeClr val="accent2"/>
          </a:solidFill>
          <a:effectLst/>
        </p:spPr>
        <p:txBody>
          <a:bodyPr lIns="180000" tIns="792000" rIns="108000" bIns="108000" anchor="t" anchorCtr="0"/>
          <a:lstStyle>
            <a:lvl1pPr>
              <a:lnSpc>
                <a:spcPct val="100000"/>
              </a:lnSpc>
              <a:spcBef>
                <a:spcPts val="1200"/>
              </a:spcBef>
              <a:defRPr lang="en-GB" sz="2000" kern="1200" spc="-30" dirty="0">
                <a:solidFill>
                  <a:schemeClr val="bg2"/>
                </a:solidFill>
                <a:latin typeface="+mj-lt"/>
                <a:ea typeface="+mn-ea"/>
                <a:cs typeface="+mn-cs"/>
              </a:defRPr>
            </a:lvl1pPr>
            <a:lvl2pPr marL="0" indent="0" algn="l" defTabSz="914400" rtl="0" eaLnBrk="1" latinLnBrk="0" hangingPunct="1">
              <a:spcBef>
                <a:spcPts val="1200"/>
              </a:spcBef>
              <a:spcAft>
                <a:spcPts val="0"/>
              </a:spcAft>
              <a:buNone/>
              <a:defRPr lang="en-GB" sz="1300" kern="1200" spc="-20" dirty="0">
                <a:solidFill>
                  <a:schemeClr val="bg2"/>
                </a:solidFill>
                <a:latin typeface="+mn-lt"/>
                <a:ea typeface="+mn-ea"/>
                <a:cs typeface="+mn-cs"/>
              </a:defRPr>
            </a:lvl2pPr>
            <a:lvl3pPr marL="176213" indent="-176213">
              <a:buClr>
                <a:schemeClr val="bg1"/>
              </a:buClr>
              <a:defRPr sz="1300">
                <a:solidFill>
                  <a:schemeClr val="bg2"/>
                </a:solidFill>
              </a:defRPr>
            </a:lvl3pPr>
            <a:lvl4pPr marL="354013" indent="-177800">
              <a:buClr>
                <a:schemeClr val="bg1"/>
              </a:buClr>
              <a:defRPr sz="1200">
                <a:solidFill>
                  <a:schemeClr val="bg2"/>
                </a:solidFill>
              </a:defRPr>
            </a:lvl4pPr>
            <a:lvl5pPr>
              <a:defRPr sz="1400"/>
            </a:lvl5pPr>
          </a:lstStyle>
          <a:p>
            <a:pPr lvl="0"/>
            <a:r>
              <a:rPr lang="en-US" noProof="0"/>
              <a:t>Click to edit Master text styles, Level 1</a:t>
            </a:r>
          </a:p>
          <a:p>
            <a:pPr lvl="1"/>
            <a:r>
              <a:rPr lang="en-US" noProof="0"/>
              <a:t>Quotation, Level 2</a:t>
            </a:r>
          </a:p>
          <a:p>
            <a:pPr lvl="2"/>
            <a:r>
              <a:rPr lang="en-US" noProof="0"/>
              <a:t>Level 3</a:t>
            </a:r>
          </a:p>
          <a:p>
            <a:pPr lvl="3"/>
            <a:r>
              <a:rPr lang="en-US" noProof="0"/>
              <a:t>Level 4</a:t>
            </a:r>
          </a:p>
        </p:txBody>
      </p:sp>
      <p:sp>
        <p:nvSpPr>
          <p:cNvPr id="10" name="Text Placeholder 12">
            <a:extLst>
              <a:ext uri="{FF2B5EF4-FFF2-40B4-BE49-F238E27FC236}">
                <a16:creationId xmlns:a16="http://schemas.microsoft.com/office/drawing/2014/main" id="{3F22A601-0DB6-0A8F-B68E-BFDE553ADA52}"/>
              </a:ext>
            </a:extLst>
          </p:cNvPr>
          <p:cNvSpPr>
            <a:spLocks noGrp="1"/>
          </p:cNvSpPr>
          <p:nvPr>
            <p:ph type="body" sz="quarter" idx="56" hasCustomPrompt="1"/>
          </p:nvPr>
        </p:nvSpPr>
        <p:spPr>
          <a:xfrm>
            <a:off x="4343881" y="1844824"/>
            <a:ext cx="3508507" cy="4185875"/>
          </a:xfrm>
          <a:prstGeom prst="roundRect">
            <a:avLst>
              <a:gd name="adj" fmla="val 3535"/>
            </a:avLst>
          </a:prstGeom>
          <a:solidFill>
            <a:schemeClr val="tx2"/>
          </a:solidFill>
          <a:effectLst/>
        </p:spPr>
        <p:txBody>
          <a:bodyPr lIns="180000" tIns="792000" rIns="108000" bIns="108000" anchor="t" anchorCtr="0"/>
          <a:lstStyle>
            <a:lvl1pPr>
              <a:lnSpc>
                <a:spcPct val="100000"/>
              </a:lnSpc>
              <a:spcBef>
                <a:spcPts val="1200"/>
              </a:spcBef>
              <a:defRPr lang="en-GB" sz="2000" kern="1200" spc="-30" dirty="0">
                <a:solidFill>
                  <a:schemeClr val="bg2"/>
                </a:solidFill>
                <a:latin typeface="+mj-lt"/>
                <a:ea typeface="+mn-ea"/>
                <a:cs typeface="+mn-cs"/>
              </a:defRPr>
            </a:lvl1pPr>
            <a:lvl2pPr marL="0" indent="0" algn="l" defTabSz="914400" rtl="0" eaLnBrk="1" latinLnBrk="0" hangingPunct="1">
              <a:spcBef>
                <a:spcPts val="1200"/>
              </a:spcBef>
              <a:spcAft>
                <a:spcPts val="0"/>
              </a:spcAft>
              <a:buNone/>
              <a:defRPr lang="en-GB" sz="1300" kern="1200" spc="-20" dirty="0">
                <a:solidFill>
                  <a:schemeClr val="bg2"/>
                </a:solidFill>
                <a:latin typeface="+mn-lt"/>
                <a:ea typeface="+mn-ea"/>
                <a:cs typeface="+mn-cs"/>
              </a:defRPr>
            </a:lvl2pPr>
            <a:lvl3pPr marL="176213" indent="-176213">
              <a:buClr>
                <a:schemeClr val="bg1"/>
              </a:buClr>
              <a:defRPr sz="1300">
                <a:solidFill>
                  <a:schemeClr val="bg2"/>
                </a:solidFill>
              </a:defRPr>
            </a:lvl3pPr>
            <a:lvl4pPr marL="354013" indent="-177800">
              <a:buClr>
                <a:schemeClr val="bg1"/>
              </a:buClr>
              <a:defRPr sz="1200">
                <a:solidFill>
                  <a:schemeClr val="bg2"/>
                </a:solidFill>
              </a:defRPr>
            </a:lvl4pPr>
            <a:lvl5pPr>
              <a:defRPr sz="1400"/>
            </a:lvl5pPr>
          </a:lstStyle>
          <a:p>
            <a:pPr lvl="0"/>
            <a:r>
              <a:rPr lang="en-US" noProof="0"/>
              <a:t>Click to edit Master text styles, Level 1</a:t>
            </a:r>
          </a:p>
          <a:p>
            <a:pPr lvl="1"/>
            <a:r>
              <a:rPr lang="en-US" noProof="0"/>
              <a:t>Quotation, Level 2</a:t>
            </a:r>
          </a:p>
          <a:p>
            <a:pPr lvl="2"/>
            <a:r>
              <a:rPr lang="en-US" noProof="0"/>
              <a:t>Level 3</a:t>
            </a:r>
          </a:p>
          <a:p>
            <a:pPr lvl="3"/>
            <a:r>
              <a:rPr lang="en-US" noProof="0"/>
              <a:t>Level 4</a:t>
            </a:r>
          </a:p>
        </p:txBody>
      </p:sp>
      <p:sp>
        <p:nvSpPr>
          <p:cNvPr id="11" name="Text Placeholder 12">
            <a:extLst>
              <a:ext uri="{FF2B5EF4-FFF2-40B4-BE49-F238E27FC236}">
                <a16:creationId xmlns:a16="http://schemas.microsoft.com/office/drawing/2014/main" id="{9C25B5E5-C3A4-9D6B-5EE9-481DE03870C5}"/>
              </a:ext>
            </a:extLst>
          </p:cNvPr>
          <p:cNvSpPr>
            <a:spLocks noGrp="1"/>
          </p:cNvSpPr>
          <p:nvPr>
            <p:ph type="body" sz="quarter" idx="57" hasCustomPrompt="1"/>
          </p:nvPr>
        </p:nvSpPr>
        <p:spPr>
          <a:xfrm>
            <a:off x="8082924" y="1844824"/>
            <a:ext cx="3508507" cy="4185875"/>
          </a:xfrm>
          <a:prstGeom prst="roundRect">
            <a:avLst>
              <a:gd name="adj" fmla="val 3535"/>
            </a:avLst>
          </a:prstGeom>
          <a:solidFill>
            <a:schemeClr val="accent1"/>
          </a:solidFill>
          <a:effectLst/>
        </p:spPr>
        <p:txBody>
          <a:bodyPr lIns="180000" tIns="792000" rIns="108000" bIns="108000" anchor="t" anchorCtr="0"/>
          <a:lstStyle>
            <a:lvl1pPr>
              <a:lnSpc>
                <a:spcPct val="100000"/>
              </a:lnSpc>
              <a:spcBef>
                <a:spcPts val="1200"/>
              </a:spcBef>
              <a:defRPr lang="en-GB" sz="2000" kern="1200" spc="-30" dirty="0">
                <a:solidFill>
                  <a:schemeClr val="bg2"/>
                </a:solidFill>
                <a:latin typeface="+mj-lt"/>
                <a:ea typeface="+mn-ea"/>
                <a:cs typeface="+mn-cs"/>
              </a:defRPr>
            </a:lvl1pPr>
            <a:lvl2pPr marL="0" indent="0" algn="l" defTabSz="914400" rtl="0" eaLnBrk="1" latinLnBrk="0" hangingPunct="1">
              <a:spcBef>
                <a:spcPts val="1200"/>
              </a:spcBef>
              <a:spcAft>
                <a:spcPts val="0"/>
              </a:spcAft>
              <a:buNone/>
              <a:defRPr lang="en-GB" sz="1300" kern="1200" spc="-20" dirty="0">
                <a:solidFill>
                  <a:schemeClr val="bg2"/>
                </a:solidFill>
                <a:latin typeface="+mn-lt"/>
                <a:ea typeface="+mn-ea"/>
                <a:cs typeface="+mn-cs"/>
              </a:defRPr>
            </a:lvl2pPr>
            <a:lvl3pPr marL="176213" indent="-176213">
              <a:buClr>
                <a:schemeClr val="bg1"/>
              </a:buClr>
              <a:defRPr sz="1300">
                <a:solidFill>
                  <a:schemeClr val="bg2"/>
                </a:solidFill>
              </a:defRPr>
            </a:lvl3pPr>
            <a:lvl4pPr marL="354013" indent="-177800">
              <a:buClr>
                <a:schemeClr val="bg1"/>
              </a:buClr>
              <a:defRPr sz="1200">
                <a:solidFill>
                  <a:schemeClr val="bg2"/>
                </a:solidFill>
              </a:defRPr>
            </a:lvl4pPr>
            <a:lvl5pPr>
              <a:defRPr sz="1400"/>
            </a:lvl5pPr>
          </a:lstStyle>
          <a:p>
            <a:pPr lvl="0"/>
            <a:r>
              <a:rPr lang="en-US" noProof="0"/>
              <a:t>Click to edit Master text styles, Level 1</a:t>
            </a:r>
          </a:p>
          <a:p>
            <a:pPr lvl="1"/>
            <a:r>
              <a:rPr lang="en-US" noProof="0"/>
              <a:t>Quotation, Level 2</a:t>
            </a:r>
          </a:p>
          <a:p>
            <a:pPr lvl="2"/>
            <a:r>
              <a:rPr lang="en-US" noProof="0"/>
              <a:t>Level 3</a:t>
            </a:r>
          </a:p>
          <a:p>
            <a:pPr lvl="3"/>
            <a:r>
              <a:rPr lang="en-US" noProof="0"/>
              <a:t>Level 4</a:t>
            </a:r>
          </a:p>
        </p:txBody>
      </p:sp>
      <p:sp>
        <p:nvSpPr>
          <p:cNvPr id="2" name="Title 1">
            <a:extLst>
              <a:ext uri="{FF2B5EF4-FFF2-40B4-BE49-F238E27FC236}">
                <a16:creationId xmlns:a16="http://schemas.microsoft.com/office/drawing/2014/main" id="{CBCBC06D-3F26-F5AF-4DE6-51C8161E5C9C}"/>
              </a:ext>
            </a:extLst>
          </p:cNvPr>
          <p:cNvSpPr>
            <a:spLocks noGrp="1"/>
          </p:cNvSpPr>
          <p:nvPr>
            <p:ph type="title"/>
          </p:nvPr>
        </p:nvSpPr>
        <p:spPr/>
        <p:txBody>
          <a:bodyPr/>
          <a:lstStyle/>
          <a:p>
            <a:r>
              <a:rPr lang="en-US"/>
              <a:t>Click to edit Master title style</a:t>
            </a:r>
            <a:endParaRPr lang="de-DE"/>
          </a:p>
        </p:txBody>
      </p:sp>
      <p:sp>
        <p:nvSpPr>
          <p:cNvPr id="18" name="Picture Placeholder 17">
            <a:extLst>
              <a:ext uri="{FF2B5EF4-FFF2-40B4-BE49-F238E27FC236}">
                <a16:creationId xmlns:a16="http://schemas.microsoft.com/office/drawing/2014/main" id="{EC1A94F9-DC7A-4538-8277-70A44CA10105}"/>
              </a:ext>
            </a:extLst>
          </p:cNvPr>
          <p:cNvSpPr>
            <a:spLocks noGrp="1" noChangeAspect="1"/>
          </p:cNvSpPr>
          <p:nvPr>
            <p:ph type="pic" sz="quarter" idx="10"/>
          </p:nvPr>
        </p:nvSpPr>
        <p:spPr>
          <a:xfrm>
            <a:off x="1639011" y="1124824"/>
            <a:ext cx="1440160" cy="1440000"/>
          </a:xfrm>
          <a:prstGeom prst="ellipse">
            <a:avLst/>
          </a:prstGeom>
          <a:solidFill>
            <a:srgbClr val="D9D9D9"/>
          </a:solidFill>
        </p:spPr>
        <p:txBody>
          <a:bodyPr anchor="ctr"/>
          <a:lstStyle>
            <a:lvl1pPr algn="ctr">
              <a:defRPr sz="1200"/>
            </a:lvl1pPr>
          </a:lstStyle>
          <a:p>
            <a:r>
              <a:rPr lang="en-US" noProof="0"/>
              <a:t>Click icon to add picture</a:t>
            </a:r>
          </a:p>
        </p:txBody>
      </p:sp>
      <p:sp>
        <p:nvSpPr>
          <p:cNvPr id="17" name="Picture Placeholder 17">
            <a:extLst>
              <a:ext uri="{FF2B5EF4-FFF2-40B4-BE49-F238E27FC236}">
                <a16:creationId xmlns:a16="http://schemas.microsoft.com/office/drawing/2014/main" id="{DE55ECA5-2062-D75B-B764-7D3DD0DFBAA8}"/>
              </a:ext>
            </a:extLst>
          </p:cNvPr>
          <p:cNvSpPr>
            <a:spLocks noGrp="1" noChangeAspect="1"/>
          </p:cNvSpPr>
          <p:nvPr>
            <p:ph type="pic" sz="quarter" idx="53"/>
          </p:nvPr>
        </p:nvSpPr>
        <p:spPr>
          <a:xfrm>
            <a:off x="5378054" y="1124824"/>
            <a:ext cx="1440160" cy="1440000"/>
          </a:xfrm>
          <a:prstGeom prst="ellipse">
            <a:avLst/>
          </a:prstGeom>
          <a:solidFill>
            <a:srgbClr val="D9D9D9"/>
          </a:solidFill>
        </p:spPr>
        <p:txBody>
          <a:bodyPr anchor="ctr"/>
          <a:lstStyle>
            <a:lvl1pPr algn="ctr">
              <a:defRPr sz="1200"/>
            </a:lvl1pPr>
          </a:lstStyle>
          <a:p>
            <a:r>
              <a:rPr lang="en-US" noProof="0"/>
              <a:t>Click icon to add picture</a:t>
            </a:r>
          </a:p>
        </p:txBody>
      </p:sp>
      <p:sp>
        <p:nvSpPr>
          <p:cNvPr id="21" name="Picture Placeholder 17">
            <a:extLst>
              <a:ext uri="{FF2B5EF4-FFF2-40B4-BE49-F238E27FC236}">
                <a16:creationId xmlns:a16="http://schemas.microsoft.com/office/drawing/2014/main" id="{81FE45BC-F0E3-A68F-883B-1205B01D7329}"/>
              </a:ext>
            </a:extLst>
          </p:cNvPr>
          <p:cNvSpPr>
            <a:spLocks noGrp="1" noChangeAspect="1"/>
          </p:cNvSpPr>
          <p:nvPr>
            <p:ph type="pic" sz="quarter" idx="55"/>
          </p:nvPr>
        </p:nvSpPr>
        <p:spPr>
          <a:xfrm>
            <a:off x="9117097" y="1124824"/>
            <a:ext cx="1440160" cy="1440000"/>
          </a:xfrm>
          <a:prstGeom prst="ellipse">
            <a:avLst/>
          </a:prstGeom>
          <a:solidFill>
            <a:srgbClr val="D9D9D9"/>
          </a:solidFill>
        </p:spPr>
        <p:txBody>
          <a:bodyPr anchor="ctr"/>
          <a:lstStyle>
            <a:lvl1pPr algn="ctr">
              <a:defRPr sz="1200"/>
            </a:lvl1pPr>
          </a:lstStyle>
          <a:p>
            <a:r>
              <a:rPr lang="en-US" noProof="0"/>
              <a:t>Click icon to add picture</a:t>
            </a:r>
          </a:p>
        </p:txBody>
      </p:sp>
    </p:spTree>
    <p:extLst>
      <p:ext uri="{BB962C8B-B14F-4D97-AF65-F5344CB8AC3E}">
        <p14:creationId xmlns:p14="http://schemas.microsoft.com/office/powerpoint/2010/main" val="995647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ext - 2 columns - Grey 1">
    <p:spTree>
      <p:nvGrpSpPr>
        <p:cNvPr id="1" name=""/>
        <p:cNvGrpSpPr/>
        <p:nvPr/>
      </p:nvGrpSpPr>
      <p:grpSpPr>
        <a:xfrm>
          <a:off x="0" y="0"/>
          <a:ext cx="0" cy="0"/>
          <a:chOff x="0" y="0"/>
          <a:chExt cx="0" cy="0"/>
        </a:xfrm>
      </p:grpSpPr>
      <p:sp>
        <p:nvSpPr>
          <p:cNvPr id="11" name="Textplatzhalter 11">
            <a:extLst>
              <a:ext uri="{FF2B5EF4-FFF2-40B4-BE49-F238E27FC236}">
                <a16:creationId xmlns:a16="http://schemas.microsoft.com/office/drawing/2014/main" id="{A5A6E7A2-2F8E-A30D-57B9-475238551858}"/>
              </a:ext>
            </a:extLst>
          </p:cNvPr>
          <p:cNvSpPr>
            <a:spLocks noGrp="1"/>
          </p:cNvSpPr>
          <p:nvPr>
            <p:ph type="body" sz="quarter" idx="13"/>
          </p:nvPr>
        </p:nvSpPr>
        <p:spPr>
          <a:xfrm>
            <a:off x="604838" y="1484313"/>
            <a:ext cx="5347146" cy="4897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2" name="Textplatzhalter 10">
            <a:extLst>
              <a:ext uri="{FF2B5EF4-FFF2-40B4-BE49-F238E27FC236}">
                <a16:creationId xmlns:a16="http://schemas.microsoft.com/office/drawing/2014/main" id="{EC9D7C88-CA30-638D-3A6C-A25C449BE50D}"/>
              </a:ext>
            </a:extLst>
          </p:cNvPr>
          <p:cNvSpPr>
            <a:spLocks noGrp="1"/>
          </p:cNvSpPr>
          <p:nvPr>
            <p:ph type="body" sz="quarter" idx="14"/>
          </p:nvPr>
        </p:nvSpPr>
        <p:spPr>
          <a:xfrm>
            <a:off x="6236453" y="1484313"/>
            <a:ext cx="5347146" cy="4897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2">
            <a:extLst>
              <a:ext uri="{FF2B5EF4-FFF2-40B4-BE49-F238E27FC236}">
                <a16:creationId xmlns:a16="http://schemas.microsoft.com/office/drawing/2014/main" id="{CC9F055A-369B-B47C-C6DA-064FFF14C13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917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 2 columns -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9F055A-369B-B47C-C6DA-064FFF14C130}"/>
              </a:ext>
            </a:extLst>
          </p:cNvPr>
          <p:cNvSpPr>
            <a:spLocks noGrp="1"/>
          </p:cNvSpPr>
          <p:nvPr>
            <p:ph type="title"/>
          </p:nvPr>
        </p:nvSpPr>
        <p:spPr/>
        <p:txBody>
          <a:bodyPr/>
          <a:lstStyle/>
          <a:p>
            <a:r>
              <a:rPr lang="en-US"/>
              <a:t>Click to edit Master title style</a:t>
            </a:r>
            <a:endParaRPr lang="de-DE"/>
          </a:p>
        </p:txBody>
      </p:sp>
      <p:sp>
        <p:nvSpPr>
          <p:cNvPr id="7" name="Content Placeholder 6">
            <a:extLst>
              <a:ext uri="{FF2B5EF4-FFF2-40B4-BE49-F238E27FC236}">
                <a16:creationId xmlns:a16="http://schemas.microsoft.com/office/drawing/2014/main" id="{0F0B70AA-15CC-724E-7A97-5B00B2A40EDC}"/>
              </a:ext>
            </a:extLst>
          </p:cNvPr>
          <p:cNvSpPr>
            <a:spLocks noGrp="1"/>
          </p:cNvSpPr>
          <p:nvPr>
            <p:ph sz="quarter" idx="18"/>
          </p:nvPr>
        </p:nvSpPr>
        <p:spPr>
          <a:xfrm>
            <a:off x="604838" y="1484313"/>
            <a:ext cx="5347146" cy="4897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AECDE683-CD9C-3AB1-D34B-E82AB35A79AB}"/>
              </a:ext>
            </a:extLst>
          </p:cNvPr>
          <p:cNvSpPr>
            <a:spLocks noGrp="1"/>
          </p:cNvSpPr>
          <p:nvPr>
            <p:ph sz="quarter" idx="19"/>
          </p:nvPr>
        </p:nvSpPr>
        <p:spPr>
          <a:xfrm>
            <a:off x="6236452" y="1484313"/>
            <a:ext cx="5347146" cy="4897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7179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 1 columns -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9F055A-369B-B47C-C6DA-064FFF14C130}"/>
              </a:ext>
            </a:extLst>
          </p:cNvPr>
          <p:cNvSpPr>
            <a:spLocks noGrp="1"/>
          </p:cNvSpPr>
          <p:nvPr>
            <p:ph type="title"/>
          </p:nvPr>
        </p:nvSpPr>
        <p:spPr/>
        <p:txBody>
          <a:bodyPr/>
          <a:lstStyle/>
          <a:p>
            <a:r>
              <a:rPr lang="en-US"/>
              <a:t>Click to edit Master title style</a:t>
            </a:r>
            <a:endParaRPr lang="de-DE"/>
          </a:p>
        </p:txBody>
      </p:sp>
      <p:sp>
        <p:nvSpPr>
          <p:cNvPr id="7" name="Content Placeholder 6">
            <a:extLst>
              <a:ext uri="{FF2B5EF4-FFF2-40B4-BE49-F238E27FC236}">
                <a16:creationId xmlns:a16="http://schemas.microsoft.com/office/drawing/2014/main" id="{0F0B70AA-15CC-724E-7A97-5B00B2A40EDC}"/>
              </a:ext>
            </a:extLst>
          </p:cNvPr>
          <p:cNvSpPr>
            <a:spLocks noGrp="1"/>
          </p:cNvSpPr>
          <p:nvPr>
            <p:ph sz="quarter" idx="18"/>
          </p:nvPr>
        </p:nvSpPr>
        <p:spPr>
          <a:xfrm>
            <a:off x="604837" y="1484313"/>
            <a:ext cx="10980737" cy="4897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85912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ilerplate - Light">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688D8792-86D5-D9C7-21FB-DAB977B7E72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07659" y="116632"/>
            <a:ext cx="2330307" cy="1562869"/>
          </a:xfrm>
          <a:prstGeom prst="rect">
            <a:avLst/>
          </a:prstGeom>
        </p:spPr>
      </p:pic>
      <p:sp>
        <p:nvSpPr>
          <p:cNvPr id="6" name="TextBox 5">
            <a:extLst>
              <a:ext uri="{FF2B5EF4-FFF2-40B4-BE49-F238E27FC236}">
                <a16:creationId xmlns:a16="http://schemas.microsoft.com/office/drawing/2014/main" id="{960E9F30-8486-6B8E-4573-1924FCFB33F8}"/>
              </a:ext>
            </a:extLst>
          </p:cNvPr>
          <p:cNvSpPr txBox="1"/>
          <p:nvPr userDrawn="1"/>
        </p:nvSpPr>
        <p:spPr>
          <a:xfrm>
            <a:off x="503464" y="5816917"/>
            <a:ext cx="11353175" cy="584775"/>
          </a:xfrm>
          <a:prstGeom prst="rect">
            <a:avLst/>
          </a:prstGeom>
          <a:noFill/>
        </p:spPr>
        <p:txBody>
          <a:bodyPr wrap="square">
            <a:spAutoFit/>
          </a:bodyPr>
          <a:lstStyle/>
          <a:p>
            <a:r>
              <a:rPr lang="en-US" sz="900" noProof="0">
                <a:solidFill>
                  <a:schemeClr val="bg1">
                    <a:lumMod val="10000"/>
                  </a:schemeClr>
                </a:solidFill>
                <a:latin typeface="Ubuntu Light" panose="020B0304030602030204" pitchFamily="34" charset="0"/>
                <a:cs typeface="Arial"/>
              </a:rPr>
              <a:t>This message contains information that may be privileged or confidential and is the property of the Capgemini Group.</a:t>
            </a:r>
          </a:p>
          <a:p>
            <a:pPr algn="l">
              <a:spcAft>
                <a:spcPts val="600"/>
              </a:spcAft>
            </a:pPr>
            <a:r>
              <a:rPr lang="en-US" sz="900" noProof="0">
                <a:solidFill>
                  <a:schemeClr val="bg1">
                    <a:lumMod val="10000"/>
                  </a:schemeClr>
                </a:solidFill>
                <a:latin typeface="Ubuntu Light" panose="020B0304030602030204" pitchFamily="34" charset="0"/>
                <a:cs typeface="Arial"/>
              </a:rPr>
              <a:t>Copyright</a:t>
            </a:r>
            <a:r>
              <a:rPr lang="en-US" sz="900" baseline="0" noProof="0">
                <a:solidFill>
                  <a:schemeClr val="bg1">
                    <a:lumMod val="10000"/>
                  </a:schemeClr>
                </a:solidFill>
                <a:latin typeface="Ubuntu Light" panose="020B0304030602030204" pitchFamily="34" charset="0"/>
                <a:cs typeface="Arial"/>
              </a:rPr>
              <a:t>©</a:t>
            </a:r>
            <a:r>
              <a:rPr lang="en-US" sz="900" noProof="0">
                <a:solidFill>
                  <a:schemeClr val="bg1">
                    <a:lumMod val="10000"/>
                  </a:schemeClr>
                </a:solidFill>
                <a:latin typeface="Ubuntu Light" panose="020B0304030602030204" pitchFamily="34" charset="0"/>
                <a:cs typeface="Arial"/>
              </a:rPr>
              <a:t> </a:t>
            </a:r>
            <a:fld id="{56BFC1E4-412C-4CF7-95DC-575BAF7101E3}" type="datetimeyyyy">
              <a:rPr lang="en-US" sz="900" noProof="0" smtClean="0">
                <a:solidFill>
                  <a:schemeClr val="bg1">
                    <a:lumMod val="10000"/>
                  </a:schemeClr>
                </a:solidFill>
                <a:latin typeface="Ubuntu Light" panose="020B0304030602030204" pitchFamily="34" charset="0"/>
                <a:cs typeface="Arial"/>
              </a:rPr>
              <a:t>2026</a:t>
            </a:fld>
            <a:r>
              <a:rPr lang="en-US" sz="900" noProof="0">
                <a:solidFill>
                  <a:schemeClr val="bg1">
                    <a:lumMod val="10000"/>
                  </a:schemeClr>
                </a:solidFill>
                <a:latin typeface="Ubuntu Light" panose="020B0304030602030204" pitchFamily="34" charset="0"/>
                <a:cs typeface="Arial"/>
              </a:rPr>
              <a:t> Sogeti. All rights reserved. No part of this document may be modified, deleted or expanded by any process or means without prior written permission from Sogeti. </a:t>
            </a:r>
          </a:p>
          <a:p>
            <a:endParaRPr lang="en-GB" sz="900">
              <a:solidFill>
                <a:schemeClr val="bg1">
                  <a:lumMod val="10000"/>
                </a:schemeClr>
              </a:solidFill>
            </a:endParaRPr>
          </a:p>
        </p:txBody>
      </p:sp>
      <p:sp>
        <p:nvSpPr>
          <p:cNvPr id="3" name="Rectangle 2">
            <a:extLst>
              <a:ext uri="{FF2B5EF4-FFF2-40B4-BE49-F238E27FC236}">
                <a16:creationId xmlns:a16="http://schemas.microsoft.com/office/drawing/2014/main" id="{E52D69C0-D87B-AD80-AC85-C0AEB3986B32}"/>
              </a:ext>
            </a:extLst>
          </p:cNvPr>
          <p:cNvSpPr/>
          <p:nvPr userDrawn="1"/>
        </p:nvSpPr>
        <p:spPr>
          <a:xfrm>
            <a:off x="586616" y="980728"/>
            <a:ext cx="6949544" cy="33085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300000"/>
              </a:lnSpc>
            </a:pPr>
            <a:r>
              <a:rPr lang="en-US" sz="2400" b="1">
                <a:solidFill>
                  <a:schemeClr val="tx2"/>
                </a:solidFill>
                <a:latin typeface="+mj-lt"/>
              </a:rPr>
              <a:t>About Sogeti</a:t>
            </a:r>
          </a:p>
          <a:p>
            <a:pPr algn="l"/>
            <a:r>
              <a:rPr lang="en-US" sz="1100" b="0" i="0">
                <a:solidFill>
                  <a:schemeClr val="bg1">
                    <a:lumMod val="10000"/>
                  </a:schemeClr>
                </a:solidFill>
                <a:effectLst/>
              </a:rPr>
              <a:t>Part of the Capgemini Group, Sogeti makes technology simple and impactful.  We specialize in AI-driven solutions across quality engineering &amp; testing, data and cloud, quickly turning ideas into action. Sogeti delivers real outcomes, helping organizations innovate confidently and realize value from day one. We are agile and responsive, leveraging our strong partnerships.  Our local teams work side-by-side with clients, building close relationships by understanding their world. Together with the Capgemini Group’s global strength and industry expertise, we create results that scale, </a:t>
            </a:r>
            <a:r>
              <a:rPr lang="en-US" sz="1100" b="1" i="1">
                <a:solidFill>
                  <a:schemeClr val="bg1">
                    <a:lumMod val="10000"/>
                  </a:schemeClr>
                </a:solidFill>
                <a:effectLst/>
              </a:rPr>
              <a:t>Right here. Right now.</a:t>
            </a:r>
            <a:r>
              <a:rPr lang="en-US" sz="1100" b="0" i="0">
                <a:solidFill>
                  <a:schemeClr val="bg1">
                    <a:lumMod val="10000"/>
                  </a:schemeClr>
                </a:solidFill>
                <a:effectLst/>
              </a:rPr>
              <a:t>  |   </a:t>
            </a:r>
            <a:r>
              <a:rPr lang="en-US" sz="1100" b="0" i="0">
                <a:solidFill>
                  <a:schemeClr val="accent1"/>
                </a:solidFill>
                <a:effectLst/>
                <a:hlinkClick r:id="rId3"/>
              </a:rPr>
              <a:t>www.sogeti.com</a:t>
            </a:r>
            <a:endParaRPr lang="en-US" sz="1100" b="0" i="0">
              <a:solidFill>
                <a:schemeClr val="accent1"/>
              </a:solidFill>
              <a:effectLst/>
            </a:endParaRPr>
          </a:p>
          <a:p>
            <a:pPr algn="l"/>
            <a:endParaRPr lang="en-US" sz="1100" b="0" i="0">
              <a:solidFill>
                <a:schemeClr val="bg2"/>
              </a:solidFill>
              <a:effectLst/>
            </a:endParaRPr>
          </a:p>
          <a:p>
            <a:pPr algn="l"/>
            <a:r>
              <a:rPr lang="en-US" sz="1100" b="0" i="0">
                <a:solidFill>
                  <a:schemeClr val="bg1">
                    <a:lumMod val="10000"/>
                  </a:schemeClr>
                </a:solidFill>
                <a:effectLst/>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 Make it real. |  </a:t>
            </a:r>
            <a:r>
              <a:rPr lang="en-US" sz="1100" b="0" i="0">
                <a:solidFill>
                  <a:schemeClr val="bg2"/>
                </a:solidFill>
                <a:effectLst/>
                <a:hlinkClick r:id="rId4"/>
              </a:rPr>
              <a:t>www.capgemini.com </a:t>
            </a:r>
            <a:endParaRPr lang="en-US" sz="1100" b="0" i="0">
              <a:solidFill>
                <a:schemeClr val="bg2"/>
              </a:solidFill>
              <a:effectLst/>
            </a:endParaRPr>
          </a:p>
        </p:txBody>
      </p:sp>
      <p:pic>
        <p:nvPicPr>
          <p:cNvPr id="4" name="Picture 2" descr="D:\My Work\Template\Icons\Social Media\LinkedIN.png">
            <a:hlinkClick r:id="rId5"/>
            <a:extLst>
              <a:ext uri="{FF2B5EF4-FFF2-40B4-BE49-F238E27FC236}">
                <a16:creationId xmlns:a16="http://schemas.microsoft.com/office/drawing/2014/main" id="{4C284381-99D8-5014-488C-F914D44D12CB}"/>
              </a:ext>
            </a:extLst>
          </p:cNvPr>
          <p:cNvPicPr>
            <a:picLocks noChangeAspect="1" noChangeArrowheads="1"/>
          </p:cNvPicPr>
          <p:nvPr userDrawn="1"/>
        </p:nvPicPr>
        <p:blipFill>
          <a:blip r:embed="rId6" cstate="screen">
            <a:duotone>
              <a:prstClr val="black"/>
              <a:schemeClr val="tx1">
                <a:tint val="45000"/>
                <a:satMod val="400000"/>
              </a:schemeClr>
            </a:duotone>
            <a:extLst>
              <a:ext uri="{BEBA8EAE-BF5A-486C-A8C5-ECC9F3942E4B}">
                <a14:imgProps xmlns:a14="http://schemas.microsoft.com/office/drawing/2010/main">
                  <a14:imgLayer r:embed="rId7">
                    <a14:imgEffect>
                      <a14:brightnessContrast bright="-35000"/>
                    </a14:imgEffect>
                  </a14:imgLayer>
                </a14:imgProps>
              </a:ext>
              <a:ext uri="{28A0092B-C50C-407E-A947-70E740481C1C}">
                <a14:useLocalDpi xmlns:a14="http://schemas.microsoft.com/office/drawing/2010/main"/>
              </a:ext>
            </a:extLst>
          </a:blip>
          <a:srcRect/>
          <a:stretch>
            <a:fillRect/>
          </a:stretch>
        </p:blipFill>
        <p:spPr bwMode="auto">
          <a:xfrm>
            <a:off x="580481" y="4509120"/>
            <a:ext cx="333195" cy="333195"/>
          </a:xfrm>
          <a:prstGeom prst="rect">
            <a:avLst/>
          </a:prstGeom>
          <a:noFill/>
        </p:spPr>
      </p:pic>
      <p:pic>
        <p:nvPicPr>
          <p:cNvPr id="7" name="Picture 6" descr="D:\My Work\Template\Icons\Social Media\YouTube.png">
            <a:hlinkClick r:id="rId8"/>
            <a:extLst>
              <a:ext uri="{FF2B5EF4-FFF2-40B4-BE49-F238E27FC236}">
                <a16:creationId xmlns:a16="http://schemas.microsoft.com/office/drawing/2014/main" id="{62DAF68C-2DD7-198D-E780-75ABF70BA68C}"/>
              </a:ext>
            </a:extLst>
          </p:cNvPr>
          <p:cNvPicPr>
            <a:picLocks noChangeAspect="1" noChangeArrowheads="1"/>
          </p:cNvPicPr>
          <p:nvPr userDrawn="1"/>
        </p:nvPicPr>
        <p:blipFill>
          <a:blip r:embed="rId9" cstate="screen">
            <a:duotone>
              <a:prstClr val="black"/>
              <a:schemeClr val="tx1">
                <a:tint val="45000"/>
                <a:satMod val="400000"/>
              </a:schemeClr>
            </a:duotone>
            <a:extLst>
              <a:ext uri="{BEBA8EAE-BF5A-486C-A8C5-ECC9F3942E4B}">
                <a14:imgProps xmlns:a14="http://schemas.microsoft.com/office/drawing/2010/main">
                  <a14:imgLayer r:embed="rId10">
                    <a14:imgEffect>
                      <a14:brightnessContrast bright="-35000"/>
                    </a14:imgEffect>
                  </a14:imgLayer>
                </a14:imgProps>
              </a:ext>
              <a:ext uri="{28A0092B-C50C-407E-A947-70E740481C1C}">
                <a14:useLocalDpi xmlns:a14="http://schemas.microsoft.com/office/drawing/2010/main"/>
              </a:ext>
            </a:extLst>
          </a:blip>
          <a:srcRect/>
          <a:stretch>
            <a:fillRect/>
          </a:stretch>
        </p:blipFill>
        <p:spPr bwMode="auto">
          <a:xfrm>
            <a:off x="968685" y="4509120"/>
            <a:ext cx="333195" cy="333195"/>
          </a:xfrm>
          <a:prstGeom prst="rect">
            <a:avLst/>
          </a:prstGeom>
          <a:noFill/>
        </p:spPr>
      </p:pic>
    </p:spTree>
    <p:extLst>
      <p:ext uri="{BB962C8B-B14F-4D97-AF65-F5344CB8AC3E}">
        <p14:creationId xmlns:p14="http://schemas.microsoft.com/office/powerpoint/2010/main" val="151831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100"/>
                                        <p:tgtEl>
                                          <p:spTgt spid="2"/>
                                        </p:tgtEl>
                                      </p:cBhvr>
                                    </p:animEffect>
                                  </p:childTnLst>
                                </p:cTn>
                              </p:par>
                              <p:par>
                                <p:cTn id="8" presetID="6" presetClass="emph" presetSubtype="0" decel="100000" fill="hold" nodeType="withEffect">
                                  <p:stCondLst>
                                    <p:cond delay="0"/>
                                  </p:stCondLst>
                                  <p:childTnLst>
                                    <p:animScale>
                                      <p:cBhvr>
                                        <p:cTn id="9" dur="2000"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A92ADC29-A553-285A-92E7-6B261E1DC7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214828" y="1496683"/>
            <a:ext cx="5762343" cy="3864633"/>
          </a:xfrm>
          <a:prstGeom prst="rect">
            <a:avLst/>
          </a:prstGeom>
        </p:spPr>
      </p:pic>
    </p:spTree>
    <p:extLst>
      <p:ext uri="{BB962C8B-B14F-4D97-AF65-F5344CB8AC3E}">
        <p14:creationId xmlns:p14="http://schemas.microsoft.com/office/powerpoint/2010/main" val="2288703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100"/>
                                        <p:tgtEl>
                                          <p:spTgt spid="2"/>
                                        </p:tgtEl>
                                      </p:cBhvr>
                                    </p:animEffect>
                                  </p:childTnLst>
                                </p:cTn>
                              </p:par>
                              <p:par>
                                <p:cTn id="8" presetID="6" presetClass="emph" presetSubtype="0" decel="100000" fill="hold" nodeType="withEffect">
                                  <p:stCondLst>
                                    <p:cond delay="0"/>
                                  </p:stCondLst>
                                  <p:childTnLst>
                                    <p:animScale>
                                      <p:cBhvr>
                                        <p:cTn id="9" dur="2000"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full background image">
    <p:bg>
      <p:bgPr>
        <a:solidFill>
          <a:schemeClr val="tx1"/>
        </a:solidFill>
        <a:effectLst/>
      </p:bgPr>
    </p:bg>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CF934CB5-3763-DB7F-50C5-1DA95C95FBD6}"/>
              </a:ext>
            </a:extLst>
          </p:cNvPr>
          <p:cNvSpPr>
            <a:spLocks noGrp="1"/>
          </p:cNvSpPr>
          <p:nvPr>
            <p:ph type="pic" sz="quarter" idx="10" hasCustomPrompt="1"/>
          </p:nvPr>
        </p:nvSpPr>
        <p:spPr>
          <a:xfrm>
            <a:off x="0" y="0"/>
            <a:ext cx="12192000" cy="6858000"/>
          </a:xfrm>
          <a:solidFill>
            <a:schemeClr val="tx1"/>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7" name="Shape">
            <a:extLst>
              <a:ext uri="{FF2B5EF4-FFF2-40B4-BE49-F238E27FC236}">
                <a16:creationId xmlns:a16="http://schemas.microsoft.com/office/drawing/2014/main" id="{A9FDC929-2800-B211-3935-5555A8B3D3B9}"/>
              </a:ext>
            </a:extLst>
          </p:cNvPr>
          <p:cNvSpPr>
            <a:spLocks noGrp="1"/>
          </p:cNvSpPr>
          <p:nvPr>
            <p:ph type="body" sz="quarter" idx="11" hasCustomPrompt="1"/>
          </p:nvPr>
        </p:nvSpPr>
        <p:spPr>
          <a:xfrm>
            <a:off x="604838" y="-19050"/>
            <a:ext cx="4615590" cy="6165304"/>
          </a:xfrm>
          <a:custGeom>
            <a:avLst/>
            <a:gdLst>
              <a:gd name="connsiteX0" fmla="*/ 0 w 4615590"/>
              <a:gd name="connsiteY0" fmla="*/ 0 h 6165304"/>
              <a:gd name="connsiteX1" fmla="*/ 4615590 w 4615590"/>
              <a:gd name="connsiteY1" fmla="*/ 0 h 6165304"/>
              <a:gd name="connsiteX2" fmla="*/ 4614693 w 4615590"/>
              <a:gd name="connsiteY2" fmla="*/ 3380591 h 6165304"/>
              <a:gd name="connsiteX3" fmla="*/ 2618204 w 4615590"/>
              <a:gd name="connsiteY3" fmla="*/ 5733064 h 6165304"/>
              <a:gd name="connsiteX4" fmla="*/ 0 w 4615590"/>
              <a:gd name="connsiteY4" fmla="*/ 6165304 h 6165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5590" h="6165304">
                <a:moveTo>
                  <a:pt x="0" y="0"/>
                </a:moveTo>
                <a:lnTo>
                  <a:pt x="4615590" y="0"/>
                </a:lnTo>
                <a:lnTo>
                  <a:pt x="4614693" y="3380591"/>
                </a:lnTo>
                <a:cubicBezTo>
                  <a:pt x="4614336" y="4547587"/>
                  <a:pt x="3769589" y="5543050"/>
                  <a:pt x="2618204" y="5733064"/>
                </a:cubicBezTo>
                <a:lnTo>
                  <a:pt x="0" y="6165304"/>
                </a:lnTo>
                <a:close/>
              </a:path>
            </a:pathLst>
          </a:custGeom>
          <a:solidFill>
            <a:schemeClr val="tx2"/>
          </a:solidFill>
        </p:spPr>
        <p:txBody>
          <a:bodyPr wrap="square" lIns="601200" tIns="3816000" rIns="144000">
            <a:noAutofit/>
          </a:bodyPr>
          <a:lstStyle>
            <a:lvl1pPr>
              <a:defRPr sz="2000">
                <a:solidFill>
                  <a:schemeClr val="accent1"/>
                </a:solidFill>
              </a:defRPr>
            </a:lvl1pPr>
            <a:lvl2pPr marL="0" indent="0">
              <a:buNone/>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 </a:t>
            </a:r>
          </a:p>
        </p:txBody>
      </p:sp>
      <p:sp>
        <p:nvSpPr>
          <p:cNvPr id="3" name="Subtitle">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06288" y="3820990"/>
            <a:ext cx="3521560" cy="2159545"/>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Subtitle/name/role here</a:t>
            </a:r>
          </a:p>
        </p:txBody>
      </p:sp>
      <p:sp>
        <p:nvSpPr>
          <p:cNvPr id="12" name="Title">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1204108" y="1653891"/>
            <a:ext cx="3667756" cy="20747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Title of the presentation</a:t>
            </a:r>
          </a:p>
        </p:txBody>
      </p:sp>
      <p:sp>
        <p:nvSpPr>
          <p:cNvPr id="9" name="Logo">
            <a:extLst>
              <a:ext uri="{FF2B5EF4-FFF2-40B4-BE49-F238E27FC236}">
                <a16:creationId xmlns:a16="http://schemas.microsoft.com/office/drawing/2014/main" id="{98A9A76E-3F3B-ABA5-433A-A41F56D0A8F0}"/>
              </a:ext>
            </a:extLst>
          </p:cNvPr>
          <p:cNvSpPr>
            <a:spLocks noGrp="1"/>
          </p:cNvSpPr>
          <p:nvPr>
            <p:ph type="body" sz="quarter" idx="13" hasCustomPrompt="1"/>
          </p:nvPr>
        </p:nvSpPr>
        <p:spPr>
          <a:xfrm>
            <a:off x="1198029" y="603123"/>
            <a:ext cx="1766627" cy="912434"/>
          </a:xfrm>
          <a:blipFill dpi="0" rotWithShape="1">
            <a:blip r:embed="rId2"/>
            <a:srcRect/>
            <a:stretch>
              <a:fillRect l="1000" t="1000" r="1000" b="1000"/>
            </a:stretch>
          </a:blipFill>
        </p:spPr>
        <p:txBody>
          <a:bodyPr vert="horz" lIns="0" tIns="0" rIns="0" bIns="0" rtlCol="0">
            <a:noAutofit/>
          </a:bodyPr>
          <a:lstStyle>
            <a:lvl1pPr>
              <a:defRPr lang="en-GB" sz="1400" smtClean="0">
                <a:solidFill>
                  <a:schemeClr val="bg1"/>
                </a:solidFill>
              </a:defRPr>
            </a:lvl1pPr>
            <a:lvl2pPr>
              <a:defRPr lang="en-GB" sz="1400" smtClean="0">
                <a:solidFill>
                  <a:schemeClr val="tx2"/>
                </a:solidFill>
              </a:defRPr>
            </a:lvl2pPr>
            <a:lvl3pPr>
              <a:defRPr lang="en-GB" sz="1200" smtClean="0">
                <a:solidFill>
                  <a:schemeClr val="tx2"/>
                </a:solidFill>
              </a:defRPr>
            </a:lvl3pPr>
            <a:lvl4pPr>
              <a:defRPr lang="en-GB" sz="1100" smtClean="0">
                <a:solidFill>
                  <a:schemeClr val="tx2"/>
                </a:solidFill>
              </a:defRPr>
            </a:lvl4pPr>
            <a:lvl5pPr>
              <a:defRPr lang="en-GB" sz="1100">
                <a:solidFill>
                  <a:schemeClr val="tx2"/>
                </a:solidFill>
              </a:defRPr>
            </a:lvl5pPr>
          </a:lstStyle>
          <a:p>
            <a:pPr lvl="0"/>
            <a:r>
              <a:rPr lang="en-GB"/>
              <a:t> </a:t>
            </a:r>
          </a:p>
        </p:txBody>
      </p:sp>
      <p:pic>
        <p:nvPicPr>
          <p:cNvPr id="2" name="Picture 1" descr="A picture containing text, sign&#10;&#10;Description automatically generated">
            <a:extLst>
              <a:ext uri="{FF2B5EF4-FFF2-40B4-BE49-F238E27FC236}">
                <a16:creationId xmlns:a16="http://schemas.microsoft.com/office/drawing/2014/main" id="{A01E04E1-FEA6-A231-2BDD-E555B1A141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432704" y="6162690"/>
            <a:ext cx="719984" cy="719984"/>
          </a:xfrm>
          <a:prstGeom prst="rect">
            <a:avLst/>
          </a:prstGeom>
        </p:spPr>
      </p:pic>
      <p:pic>
        <p:nvPicPr>
          <p:cNvPr id="4" name="Picture 3" descr="A picture containing text, sign, yellow&#10;&#10;Description automatically generated">
            <a:extLst>
              <a:ext uri="{FF2B5EF4-FFF2-40B4-BE49-F238E27FC236}">
                <a16:creationId xmlns:a16="http://schemas.microsoft.com/office/drawing/2014/main" id="{D94F996E-452E-8AB8-1A75-25A5617B2B9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32704" y="5551691"/>
            <a:ext cx="719984" cy="719984"/>
          </a:xfrm>
          <a:prstGeom prst="rect">
            <a:avLst/>
          </a:prstGeom>
        </p:spPr>
      </p:pic>
      <p:pic>
        <p:nvPicPr>
          <p:cNvPr id="6" name="Picture 5" descr="A picture containing text, sign&#10;&#10;Description automatically generated">
            <a:extLst>
              <a:ext uri="{FF2B5EF4-FFF2-40B4-BE49-F238E27FC236}">
                <a16:creationId xmlns:a16="http://schemas.microsoft.com/office/drawing/2014/main" id="{6F0CB9FD-D98C-FED4-B465-8269E04D231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432704" y="4940691"/>
            <a:ext cx="719984" cy="719984"/>
          </a:xfrm>
          <a:prstGeom prst="rect">
            <a:avLst/>
          </a:prstGeom>
        </p:spPr>
      </p:pic>
      <p:pic>
        <p:nvPicPr>
          <p:cNvPr id="8" name="Picture 7" descr="A picture containing text, sign, outdoor&#10;&#10;Description automatically generated">
            <a:extLst>
              <a:ext uri="{FF2B5EF4-FFF2-40B4-BE49-F238E27FC236}">
                <a16:creationId xmlns:a16="http://schemas.microsoft.com/office/drawing/2014/main" id="{88FE1BCB-5186-6460-CACF-816F2BDA5E8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2432704" y="4329691"/>
            <a:ext cx="719234" cy="719984"/>
          </a:xfrm>
          <a:prstGeom prst="rect">
            <a:avLst/>
          </a:prstGeom>
        </p:spPr>
      </p:pic>
      <p:sp>
        <p:nvSpPr>
          <p:cNvPr id="11" name="TextBox 10">
            <a:extLst>
              <a:ext uri="{FF2B5EF4-FFF2-40B4-BE49-F238E27FC236}">
                <a16:creationId xmlns:a16="http://schemas.microsoft.com/office/drawing/2014/main" id="{22CE9FBB-64F7-90FF-CDFF-D55C9557FCA4}"/>
              </a:ext>
            </a:extLst>
          </p:cNvPr>
          <p:cNvSpPr txBox="1"/>
          <p:nvPr userDrawn="1"/>
        </p:nvSpPr>
        <p:spPr>
          <a:xfrm>
            <a:off x="12395649" y="3803174"/>
            <a:ext cx="791242" cy="442035"/>
          </a:xfrm>
          <a:prstGeom prst="rect">
            <a:avLst/>
          </a:prstGeom>
        </p:spPr>
        <p:txBody>
          <a:bodyPr vert="horz" wrap="square" lIns="36000" tIns="36000" rIns="36000" bIns="36000" rtlCol="0">
            <a:spAutoFit/>
          </a:bodyPr>
          <a:lstStyle/>
          <a:p>
            <a:pPr marL="0" indent="0" algn="ctr">
              <a:spcAft>
                <a:spcPts val="1200"/>
              </a:spcAft>
              <a:buFont typeface="Wingdings" panose="05000000000000000000" pitchFamily="2" charset="2"/>
              <a:buNone/>
            </a:pPr>
            <a:r>
              <a:rPr lang="en-GB" sz="800"/>
              <a:t>Move the SEC badge into the corner</a:t>
            </a:r>
          </a:p>
        </p:txBody>
      </p:sp>
    </p:spTree>
    <p:extLst>
      <p:ext uri="{BB962C8B-B14F-4D97-AF65-F5344CB8AC3E}">
        <p14:creationId xmlns:p14="http://schemas.microsoft.com/office/powerpoint/2010/main" val="1840978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42" presetClass="path" presetSubtype="0" decel="76000" fill="hold" grpId="1" nodeType="withEffect">
                                  <p:stCondLst>
                                    <p:cond delay="250"/>
                                  </p:stCondLst>
                                  <p:childTnLst>
                                    <p:animMotion origin="layout" path="M -2.5E-6 -0.30255 L -2.5E-6 2.96296E-6 " pathEditMode="relative" rAng="0" ptsTypes="AA">
                                      <p:cBhvr>
                                        <p:cTn id="12" dur="2000" fill="hold"/>
                                        <p:tgtEl>
                                          <p:spTgt spid="7"/>
                                        </p:tgtEl>
                                        <p:attrNameLst>
                                          <p:attrName>ppt_x</p:attrName>
                                          <p:attrName>ppt_y</p:attrName>
                                        </p:attrNameLst>
                                      </p:cBhvr>
                                      <p:rCtr x="0" y="15116"/>
                                    </p:animMotion>
                                  </p:childTnLst>
                                </p:cTn>
                              </p:par>
                              <p:par>
                                <p:cTn id="13" presetID="10" presetClass="entr" presetSubtype="0" fill="hold" grpId="0" nodeType="withEffect">
                                  <p:stCondLst>
                                    <p:cond delay="500"/>
                                  </p:stCondLst>
                                  <p:iterate type="wd">
                                    <p:tmPct val="17600"/>
                                  </p:iterate>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64" presetClass="path" presetSubtype="0" decel="100000" fill="hold" grpId="1" nodeType="withEffect">
                                  <p:stCondLst>
                                    <p:cond delay="500"/>
                                  </p:stCondLst>
                                  <p:iterate type="wd">
                                    <p:tmPct val="17600"/>
                                  </p:iterate>
                                  <p:childTnLst>
                                    <p:animMotion origin="layout" path="M 1.45833E-6 -0.03171 L 1.45833E-6 0.00301 " pathEditMode="relative" rAng="0" ptsTypes="AA">
                                      <p:cBhvr>
                                        <p:cTn id="17" dur="500" fill="hold"/>
                                        <p:tgtEl>
                                          <p:spTgt spid="12"/>
                                        </p:tgtEl>
                                        <p:attrNameLst>
                                          <p:attrName>ppt_x</p:attrName>
                                          <p:attrName>ppt_y</p:attrName>
                                        </p:attrNameLst>
                                      </p:cBhvr>
                                      <p:rCtr x="0" y="1736"/>
                                    </p:animMotion>
                                  </p:childTnLst>
                                </p:cTn>
                              </p:par>
                              <p:par>
                                <p:cTn id="18" presetID="10" presetClass="entr" presetSubtype="0" fill="hold" grpId="0" nodeType="withEffect">
                                  <p:stCondLst>
                                    <p:cond delay="150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tmplLst>
          <p:tmpl>
            <p:tnLst>
              <p:par>
                <p:cTn presetID="10" presetClass="entr" presetSubtype="0"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childTnLst>
                </p:cTn>
              </p:par>
            </p:tnLst>
          </p:tmpl>
        </p:tmplLst>
      </p:bldP>
      <p:bldP spid="7" grpId="1" animBg="1"/>
      <p:bldP spid="3" grpId="0" build="p">
        <p:tmplLst>
          <p:tmpl lvl="1">
            <p:tnLst>
              <p:par>
                <p:cTn presetID="10" presetClass="entr" presetSubtype="0" fill="hold" nodeType="withEffect">
                  <p:stCondLst>
                    <p:cond delay="1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12" grpId="0"/>
      <p:bldP spid="12" grpId="1"/>
      <p:bldP spid="9" grpId="0" animBg="1">
        <p:tmplLst>
          <p:tmpl>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full background image no shape">
    <p:bg>
      <p:bgPr>
        <a:solidFill>
          <a:schemeClr val="tx1"/>
        </a:solidFill>
        <a:effectLst/>
      </p:bgPr>
    </p:bg>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CF934CB5-3763-DB7F-50C5-1DA95C95FBD6}"/>
              </a:ext>
            </a:extLst>
          </p:cNvPr>
          <p:cNvSpPr>
            <a:spLocks noGrp="1"/>
          </p:cNvSpPr>
          <p:nvPr>
            <p:ph type="pic" sz="quarter" idx="10" hasCustomPrompt="1"/>
          </p:nvPr>
        </p:nvSpPr>
        <p:spPr>
          <a:xfrm>
            <a:off x="0" y="0"/>
            <a:ext cx="12192000" cy="6858000"/>
          </a:xfrm>
          <a:solidFill>
            <a:schemeClr val="tx1"/>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3" name="Subtitle">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06288" y="3820990"/>
            <a:ext cx="3521560" cy="2159545"/>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Subtitle/name/role here</a:t>
            </a:r>
          </a:p>
        </p:txBody>
      </p:sp>
      <p:sp>
        <p:nvSpPr>
          <p:cNvPr id="12" name="Title">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1204108" y="1653891"/>
            <a:ext cx="3667756" cy="20747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Title of the presentation</a:t>
            </a:r>
          </a:p>
        </p:txBody>
      </p:sp>
      <p:sp>
        <p:nvSpPr>
          <p:cNvPr id="9" name="Logo">
            <a:extLst>
              <a:ext uri="{FF2B5EF4-FFF2-40B4-BE49-F238E27FC236}">
                <a16:creationId xmlns:a16="http://schemas.microsoft.com/office/drawing/2014/main" id="{98A9A76E-3F3B-ABA5-433A-A41F56D0A8F0}"/>
              </a:ext>
            </a:extLst>
          </p:cNvPr>
          <p:cNvSpPr>
            <a:spLocks noGrp="1"/>
          </p:cNvSpPr>
          <p:nvPr>
            <p:ph type="body" sz="quarter" idx="13" hasCustomPrompt="1"/>
          </p:nvPr>
        </p:nvSpPr>
        <p:spPr>
          <a:xfrm>
            <a:off x="1198029" y="603123"/>
            <a:ext cx="1766627" cy="912434"/>
          </a:xfrm>
          <a:blipFill dpi="0" rotWithShape="1">
            <a:blip r:embed="rId2"/>
            <a:srcRect/>
            <a:stretch>
              <a:fillRect l="1000" t="1000" r="1000" b="1000"/>
            </a:stretch>
          </a:blipFill>
        </p:spPr>
        <p:txBody>
          <a:bodyPr vert="horz" lIns="0" tIns="0" rIns="0" bIns="0" rtlCol="0">
            <a:noAutofit/>
          </a:bodyPr>
          <a:lstStyle>
            <a:lvl1pPr>
              <a:defRPr lang="en-GB" sz="1400" smtClean="0">
                <a:solidFill>
                  <a:schemeClr val="bg1"/>
                </a:solidFill>
              </a:defRPr>
            </a:lvl1pPr>
            <a:lvl2pPr>
              <a:defRPr lang="en-GB" sz="1400" smtClean="0">
                <a:solidFill>
                  <a:schemeClr val="tx2"/>
                </a:solidFill>
              </a:defRPr>
            </a:lvl2pPr>
            <a:lvl3pPr>
              <a:defRPr lang="en-GB" sz="1200" smtClean="0">
                <a:solidFill>
                  <a:schemeClr val="tx2"/>
                </a:solidFill>
              </a:defRPr>
            </a:lvl3pPr>
            <a:lvl4pPr>
              <a:defRPr lang="en-GB" sz="1100" smtClean="0">
                <a:solidFill>
                  <a:schemeClr val="tx2"/>
                </a:solidFill>
              </a:defRPr>
            </a:lvl4pPr>
            <a:lvl5pPr>
              <a:defRPr lang="en-GB" sz="1100">
                <a:solidFill>
                  <a:schemeClr val="tx2"/>
                </a:solidFill>
              </a:defRPr>
            </a:lvl5pPr>
          </a:lstStyle>
          <a:p>
            <a:pPr lvl="0"/>
            <a:r>
              <a:rPr lang="en-GB"/>
              <a:t> </a:t>
            </a:r>
          </a:p>
        </p:txBody>
      </p:sp>
    </p:spTree>
    <p:extLst>
      <p:ext uri="{BB962C8B-B14F-4D97-AF65-F5344CB8AC3E}">
        <p14:creationId xmlns:p14="http://schemas.microsoft.com/office/powerpoint/2010/main" val="87757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500"/>
                                  </p:stCondLst>
                                  <p:iterate type="wd">
                                    <p:tmPct val="176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64" presetClass="path" presetSubtype="0" decel="100000" fill="hold" grpId="1" nodeType="withEffect">
                                  <p:stCondLst>
                                    <p:cond delay="500"/>
                                  </p:stCondLst>
                                  <p:iterate type="wd">
                                    <p:tmPct val="17600"/>
                                  </p:iterate>
                                  <p:childTnLst>
                                    <p:animMotion origin="layout" path="M 1.45833E-6 -0.03171 L 1.45833E-6 0.00301 " pathEditMode="relative" rAng="0" ptsTypes="AA">
                                      <p:cBhvr>
                                        <p:cTn id="12" dur="500" fill="hold"/>
                                        <p:tgtEl>
                                          <p:spTgt spid="12"/>
                                        </p:tgtEl>
                                        <p:attrNameLst>
                                          <p:attrName>ppt_x</p:attrName>
                                          <p:attrName>ppt_y</p:attrName>
                                        </p:attrNameLst>
                                      </p:cBhvr>
                                      <p:rCtr x="0" y="1736"/>
                                    </p:animMotion>
                                  </p:childTnLst>
                                </p:cTn>
                              </p:par>
                              <p:par>
                                <p:cTn id="13" presetID="10" presetClass="entr" presetSubtype="0" fill="hold" grpId="0" nodeType="withEffect">
                                  <p:stCondLst>
                                    <p:cond delay="150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1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12" grpId="0"/>
      <p:bldP spid="12" grpId="1"/>
      <p:bldP spid="9" grpId="0" animBg="1">
        <p:tmplLst>
          <p:tmpl>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tx1"/>
        </a:solidFill>
        <a:effectLst/>
      </p:bgPr>
    </p:bg>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3B9A8EB4-5CB0-D04C-0437-A350D6E7ED50}"/>
              </a:ext>
            </a:extLst>
          </p:cNvPr>
          <p:cNvSpPr>
            <a:spLocks noGrp="1"/>
          </p:cNvSpPr>
          <p:nvPr>
            <p:ph type="pic" sz="quarter" idx="10" hasCustomPrompt="1"/>
          </p:nvPr>
        </p:nvSpPr>
        <p:spPr>
          <a:xfrm>
            <a:off x="0" y="0"/>
            <a:ext cx="12192000" cy="6858000"/>
          </a:xfrm>
          <a:solidFill>
            <a:schemeClr val="tx1"/>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6" name="Graphic 18">
            <a:extLst>
              <a:ext uri="{FF2B5EF4-FFF2-40B4-BE49-F238E27FC236}">
                <a16:creationId xmlns:a16="http://schemas.microsoft.com/office/drawing/2014/main" id="{DBA56589-3ECC-2F45-F693-EF14978BC533}"/>
              </a:ext>
            </a:extLst>
          </p:cNvPr>
          <p:cNvSpPr/>
          <p:nvPr userDrawn="1"/>
        </p:nvSpPr>
        <p:spPr>
          <a:xfrm rot="10800000" flipH="1">
            <a:off x="598520" y="692696"/>
            <a:ext cx="4615588" cy="6165304"/>
          </a:xfrm>
          <a:custGeom>
            <a:avLst/>
            <a:gdLst>
              <a:gd name="connsiteX0" fmla="*/ 2450211 w 2450210"/>
              <a:gd name="connsiteY0" fmla="*/ 0 h 3272885"/>
              <a:gd name="connsiteX1" fmla="*/ 2449735 w 2450210"/>
              <a:gd name="connsiteY1" fmla="*/ 1794605 h 3272885"/>
              <a:gd name="connsiteX2" fmla="*/ 1389888 w 2450210"/>
              <a:gd name="connsiteY2" fmla="*/ 3043428 h 3272885"/>
              <a:gd name="connsiteX3" fmla="*/ 0 w 2450210"/>
              <a:gd name="connsiteY3" fmla="*/ 3272885 h 3272885"/>
              <a:gd name="connsiteX4" fmla="*/ 0 w 2450210"/>
              <a:gd name="connsiteY4" fmla="*/ 0 h 3272885"/>
              <a:gd name="connsiteX5" fmla="*/ 2450211 w 2450210"/>
              <a:gd name="connsiteY5" fmla="*/ 0 h 327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0210" h="3272885">
                <a:moveTo>
                  <a:pt x="2450211" y="0"/>
                </a:moveTo>
                <a:lnTo>
                  <a:pt x="2449735" y="1794605"/>
                </a:lnTo>
                <a:cubicBezTo>
                  <a:pt x="2449545" y="2414111"/>
                  <a:pt x="2001107" y="2942558"/>
                  <a:pt x="1389888" y="3043428"/>
                </a:cubicBezTo>
                <a:lnTo>
                  <a:pt x="0" y="3272885"/>
                </a:lnTo>
                <a:lnTo>
                  <a:pt x="0" y="0"/>
                </a:lnTo>
                <a:lnTo>
                  <a:pt x="2450211" y="0"/>
                </a:lnTo>
                <a:close/>
              </a:path>
            </a:pathLst>
          </a:custGeom>
          <a:solidFill>
            <a:schemeClr val="tx2"/>
          </a:solidFill>
          <a:ln w="9525" cap="flat">
            <a:noFill/>
            <a:prstDash val="solid"/>
            <a:miter/>
          </a:ln>
        </p:spPr>
        <p:txBody>
          <a:bodyPr rtlCol="0" anchor="ctr"/>
          <a:lstStyle/>
          <a:p>
            <a:endParaRPr lang="en-US"/>
          </a:p>
        </p:txBody>
      </p:sp>
      <p:sp>
        <p:nvSpPr>
          <p:cNvPr id="5" name="Text Placeholder 6">
            <a:extLst>
              <a:ext uri="{FF2B5EF4-FFF2-40B4-BE49-F238E27FC236}">
                <a16:creationId xmlns:a16="http://schemas.microsoft.com/office/drawing/2014/main" id="{A97C4402-C2E6-3790-AD03-7600147889E5}"/>
              </a:ext>
            </a:extLst>
          </p:cNvPr>
          <p:cNvSpPr>
            <a:spLocks noGrp="1"/>
          </p:cNvSpPr>
          <p:nvPr>
            <p:ph type="body" sz="quarter" idx="11" hasCustomPrompt="1"/>
          </p:nvPr>
        </p:nvSpPr>
        <p:spPr>
          <a:xfrm flipV="1">
            <a:off x="570103" y="692696"/>
            <a:ext cx="4615590" cy="6165304"/>
          </a:xfrm>
          <a:custGeom>
            <a:avLst/>
            <a:gdLst>
              <a:gd name="connsiteX0" fmla="*/ 0 w 4615590"/>
              <a:gd name="connsiteY0" fmla="*/ 0 h 6165304"/>
              <a:gd name="connsiteX1" fmla="*/ 4615590 w 4615590"/>
              <a:gd name="connsiteY1" fmla="*/ 0 h 6165304"/>
              <a:gd name="connsiteX2" fmla="*/ 4614693 w 4615590"/>
              <a:gd name="connsiteY2" fmla="*/ 3380591 h 6165304"/>
              <a:gd name="connsiteX3" fmla="*/ 2618204 w 4615590"/>
              <a:gd name="connsiteY3" fmla="*/ 5733064 h 6165304"/>
              <a:gd name="connsiteX4" fmla="*/ 0 w 4615590"/>
              <a:gd name="connsiteY4" fmla="*/ 6165304 h 6165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5590" h="6165304">
                <a:moveTo>
                  <a:pt x="0" y="0"/>
                </a:moveTo>
                <a:lnTo>
                  <a:pt x="4615590" y="0"/>
                </a:lnTo>
                <a:lnTo>
                  <a:pt x="4614693" y="3380591"/>
                </a:lnTo>
                <a:cubicBezTo>
                  <a:pt x="4614336" y="4547587"/>
                  <a:pt x="3769589" y="5543050"/>
                  <a:pt x="2618204" y="5733064"/>
                </a:cubicBezTo>
                <a:lnTo>
                  <a:pt x="0" y="6165304"/>
                </a:lnTo>
                <a:close/>
              </a:path>
            </a:pathLst>
          </a:custGeom>
          <a:solidFill>
            <a:schemeClr val="tx2"/>
          </a:solidFill>
        </p:spPr>
        <p:txBody>
          <a:bodyPr wrap="square" lIns="601200" tIns="3816000" rIns="144000">
            <a:noAutofit/>
          </a:bodyPr>
          <a:lstStyle>
            <a:lvl1pPr>
              <a:defRPr sz="2000">
                <a:solidFill>
                  <a:schemeClr val="accent1"/>
                </a:solidFill>
              </a:defRPr>
            </a:lvl1pPr>
            <a:lvl2pPr marL="0" indent="0">
              <a:buNone/>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 </a:t>
            </a:r>
          </a:p>
        </p:txBody>
      </p:sp>
      <p:sp>
        <p:nvSpPr>
          <p:cNvPr id="3" name="Subtitle 2">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18310" y="5185058"/>
            <a:ext cx="3653554" cy="1268277"/>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 text here</a:t>
            </a:r>
          </a:p>
        </p:txBody>
      </p:sp>
      <p:sp>
        <p:nvSpPr>
          <p:cNvPr id="12" name="Title 11">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1218310" y="2733879"/>
            <a:ext cx="3653554" cy="23856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Section title here</a:t>
            </a:r>
          </a:p>
        </p:txBody>
      </p:sp>
    </p:spTree>
    <p:extLst>
      <p:ext uri="{BB962C8B-B14F-4D97-AF65-F5344CB8AC3E}">
        <p14:creationId xmlns:p14="http://schemas.microsoft.com/office/powerpoint/2010/main" val="349325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iterate type="wd">
                                    <p:tmPct val="17600"/>
                                  </p:iterate>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4" presetClass="path" presetSubtype="0" decel="100000" fill="hold" grpId="1" nodeType="withEffect">
                                  <p:stCondLst>
                                    <p:cond delay="750"/>
                                  </p:stCondLst>
                                  <p:iterate type="wd">
                                    <p:tmPct val="17600"/>
                                  </p:iterate>
                                  <p:childTnLst>
                                    <p:animMotion origin="layout" path="M 4.16667E-7 0.03264 L 4.16667E-7 0.00301 " pathEditMode="relative" rAng="0" ptsTypes="AA">
                                      <p:cBhvr>
                                        <p:cTn id="9" dur="500" fill="hold"/>
                                        <p:tgtEl>
                                          <p:spTgt spid="12"/>
                                        </p:tgtEl>
                                        <p:attrNameLst>
                                          <p:attrName>ppt_x</p:attrName>
                                          <p:attrName>ppt_y</p:attrName>
                                        </p:attrNameLst>
                                      </p:cBhvr>
                                      <p:rCtr x="0" y="-1481"/>
                                    </p:animMotion>
                                  </p:childTnLst>
                                </p:cTn>
                              </p:par>
                              <p:par>
                                <p:cTn id="10" presetID="10" presetClass="entr" presetSubtype="0" fill="hold" grpId="0" nodeType="withEffect">
                                  <p:stCondLst>
                                    <p:cond delay="17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par>
                                <p:cTn id="16" presetID="42" presetClass="path" presetSubtype="0" decel="76000" fill="hold" grpId="1" nodeType="withEffect">
                                  <p:stCondLst>
                                    <p:cond delay="250"/>
                                  </p:stCondLst>
                                  <p:childTnLst>
                                    <p:animMotion origin="layout" path="M -1.25E-6 0.08264 L -1.25E-6 -2.96296E-6 " pathEditMode="relative" rAng="0" ptsTypes="AA">
                                      <p:cBhvr>
                                        <p:cTn id="17" dur="2000" fill="hold"/>
                                        <p:tgtEl>
                                          <p:spTgt spid="6"/>
                                        </p:tgtEl>
                                        <p:attrNameLst>
                                          <p:attrName>ppt_x</p:attrName>
                                          <p:attrName>ppt_y</p:attrName>
                                        </p:attrNameLst>
                                      </p:cBhvr>
                                      <p:rCtr x="0" y="-4144"/>
                                    </p:animMotion>
                                  </p:childTnLst>
                                </p:cTn>
                              </p:par>
                              <p:par>
                                <p:cTn id="18" presetID="10" presetClass="entr" presetSubtype="0" fill="hold" grpId="0" nodeType="withEffect">
                                  <p:stCondLst>
                                    <p:cond delay="2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childTnLst>
                                </p:cTn>
                              </p:par>
                              <p:par>
                                <p:cTn id="21" presetID="42" presetClass="path" presetSubtype="0" decel="76000" fill="hold" grpId="1" nodeType="withEffect">
                                  <p:stCondLst>
                                    <p:cond delay="250"/>
                                  </p:stCondLst>
                                  <p:childTnLst>
                                    <p:animMotion origin="layout" path="M 2.29167E-6 0.4 L 2.29167E-6 -2.96296E-6 " pathEditMode="relative" rAng="0" ptsTypes="AA">
                                      <p:cBhvr>
                                        <p:cTn id="22" dur="2000" fill="hold"/>
                                        <p:tgtEl>
                                          <p:spTgt spid="5"/>
                                        </p:tgtEl>
                                        <p:attrNameLst>
                                          <p:attrName>ppt_x</p:attrName>
                                          <p:attrName>ppt_y</p:attrName>
                                        </p:attrNameLst>
                                      </p:cBhvr>
                                      <p:rCtr x="0" y="-2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tmplLst>
          <p:tmpl>
            <p:tnLst>
              <p:par>
                <p:cTn presetID="10" presetClass="entr" presetSubtype="0" fill="hold" nodeType="withEffect">
                  <p:stCondLst>
                    <p:cond delay="25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P spid="5" grpId="1" animBg="1">
        <p:tmplLst>
          <p:tmpl>
            <p:tnLst>
              <p:par>
                <p:cTn presetID="42" presetClass="path" presetSubtype="0" decel="76000" fill="hold" nodeType="withEffect">
                  <p:stCondLst>
                    <p:cond delay="250"/>
                  </p:stCondLst>
                  <p:childTnLst>
                    <p:animMotion origin="layout" path="M 2.29167E-6 0.4 L 2.29167E-6 -2.96296E-6 " pathEditMode="relative" rAng="0" ptsTypes="AA">
                      <p:cBhvr>
                        <p:cTn dur="2000" fill="hold"/>
                        <p:tgtEl>
                          <p:spTgt spid="5"/>
                        </p:tgtEl>
                        <p:attrNameLst>
                          <p:attrName>ppt_x</p:attrName>
                          <p:attrName>ppt_y</p:attrName>
                        </p:attrNameLst>
                      </p:cBhvr>
                      <p:rCtr x="0" y="-20000"/>
                    </p:animMotion>
                  </p:childTnLst>
                </p:cTn>
              </p:par>
            </p:tnLst>
          </p:tmpl>
        </p:tmplLst>
      </p:bldP>
      <p:bldP spid="3" grpId="0" build="p"/>
      <p:bldP spid="12" grpId="0"/>
      <p:bldP spid="12" grpId="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title no shape">
    <p:bg>
      <p:bgPr>
        <a:solidFill>
          <a:schemeClr val="tx1"/>
        </a:solidFill>
        <a:effectLst/>
      </p:bgPr>
    </p:bg>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3B9A8EB4-5CB0-D04C-0437-A350D6E7ED50}"/>
              </a:ext>
            </a:extLst>
          </p:cNvPr>
          <p:cNvSpPr>
            <a:spLocks noGrp="1"/>
          </p:cNvSpPr>
          <p:nvPr>
            <p:ph type="pic" sz="quarter" idx="10" hasCustomPrompt="1"/>
          </p:nvPr>
        </p:nvSpPr>
        <p:spPr>
          <a:xfrm>
            <a:off x="0" y="0"/>
            <a:ext cx="12192000" cy="6858000"/>
          </a:xfrm>
          <a:solidFill>
            <a:schemeClr val="tx1"/>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3" name="Subtitle 2">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18310" y="5185058"/>
            <a:ext cx="3653554" cy="1268277"/>
          </a:xfrm>
          <a:prstGeom prst="rect">
            <a:avLst/>
          </a:prstGeom>
        </p:spPr>
        <p:txBody>
          <a:bodyPr lIns="0" tIns="0" rIns="36000" bIns="0">
            <a:noAutofit/>
          </a:bodyPr>
          <a:lstStyle>
            <a:lvl1pPr marL="0" indent="0" algn="l">
              <a:lnSpc>
                <a:spcPct val="110000"/>
              </a:lnSpc>
              <a:spcBef>
                <a:spcPts val="0"/>
              </a:spcBef>
              <a:spcAft>
                <a:spcPts val="800"/>
              </a:spcAft>
              <a:buNone/>
              <a:defRPr sz="1800" spc="-2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 text here</a:t>
            </a:r>
          </a:p>
        </p:txBody>
      </p:sp>
      <p:sp>
        <p:nvSpPr>
          <p:cNvPr id="12" name="Title 11">
            <a:extLst>
              <a:ext uri="{FF2B5EF4-FFF2-40B4-BE49-F238E27FC236}">
                <a16:creationId xmlns:a16="http://schemas.microsoft.com/office/drawing/2014/main" id="{22DC5E29-95EE-47C1-8E44-107E4A2C8F98}"/>
              </a:ext>
            </a:extLst>
          </p:cNvPr>
          <p:cNvSpPr>
            <a:spLocks noGrp="1"/>
          </p:cNvSpPr>
          <p:nvPr>
            <p:ph type="title" hasCustomPrompt="1"/>
          </p:nvPr>
        </p:nvSpPr>
        <p:spPr bwMode="ltGray">
          <a:xfrm>
            <a:off x="1218310" y="2733879"/>
            <a:ext cx="3653554" cy="2385604"/>
          </a:xfrm>
          <a:prstGeom prst="rect">
            <a:avLst/>
          </a:prstGeom>
        </p:spPr>
        <p:txBody>
          <a:bodyPr lIns="0" rIns="0" anchor="b" anchorCtr="0"/>
          <a:lstStyle>
            <a:lvl1pPr>
              <a:defRPr sz="3600" b="1" spc="-50" baseline="0">
                <a:solidFill>
                  <a:schemeClr val="bg2"/>
                </a:solidFill>
                <a:latin typeface="Ubuntu" panose="020B0504030602030204" pitchFamily="34" charset="0"/>
              </a:defRPr>
            </a:lvl1pPr>
          </a:lstStyle>
          <a:p>
            <a:r>
              <a:rPr lang="en-US"/>
              <a:t>Section title here</a:t>
            </a:r>
          </a:p>
        </p:txBody>
      </p:sp>
    </p:spTree>
    <p:extLst>
      <p:ext uri="{BB962C8B-B14F-4D97-AF65-F5344CB8AC3E}">
        <p14:creationId xmlns:p14="http://schemas.microsoft.com/office/powerpoint/2010/main" val="3249093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iterate type="wd">
                                    <p:tmPct val="17600"/>
                                  </p:iterate>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4" presetClass="path" presetSubtype="0" decel="100000" fill="hold" grpId="1" nodeType="withEffect">
                                  <p:stCondLst>
                                    <p:cond delay="750"/>
                                  </p:stCondLst>
                                  <p:iterate type="wd">
                                    <p:tmPct val="17600"/>
                                  </p:iterate>
                                  <p:childTnLst>
                                    <p:animMotion origin="layout" path="M 4.16667E-7 0.03264 L 4.16667E-7 0.00301 " pathEditMode="relative" rAng="0" ptsTypes="AA">
                                      <p:cBhvr>
                                        <p:cTn id="9" dur="500" fill="hold"/>
                                        <p:tgtEl>
                                          <p:spTgt spid="12"/>
                                        </p:tgtEl>
                                        <p:attrNameLst>
                                          <p:attrName>ppt_x</p:attrName>
                                          <p:attrName>ppt_y</p:attrName>
                                        </p:attrNameLst>
                                      </p:cBhvr>
                                      <p:rCtr x="0" y="-1481"/>
                                    </p:animMotion>
                                  </p:childTnLst>
                                </p:cTn>
                              </p:par>
                              <p:par>
                                <p:cTn id="10" presetID="10" presetClass="entr" presetSubtype="0" fill="hold" grpId="0" nodeType="withEffect">
                                  <p:stCondLst>
                                    <p:cond delay="17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2" grpId="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Layout 1">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844824"/>
            <a:ext cx="2062972" cy="4185875"/>
          </a:xfrm>
          <a:prstGeom prst="roundRect">
            <a:avLst>
              <a:gd name="adj" fmla="val 3782"/>
            </a:avLst>
          </a:prstGeom>
          <a:solidFill>
            <a:schemeClr val="tx2"/>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0">
            <a:extLst>
              <a:ext uri="{FF2B5EF4-FFF2-40B4-BE49-F238E27FC236}">
                <a16:creationId xmlns:a16="http://schemas.microsoft.com/office/drawing/2014/main" id="{684B6590-10D5-F2A8-28E8-5787999FF230}"/>
              </a:ext>
            </a:extLst>
          </p:cNvPr>
          <p:cNvSpPr>
            <a:spLocks noGrp="1"/>
          </p:cNvSpPr>
          <p:nvPr>
            <p:ph type="body" sz="quarter" idx="20" hasCustomPrompt="1"/>
          </p:nvPr>
        </p:nvSpPr>
        <p:spPr>
          <a:xfrm>
            <a:off x="2834317" y="1844824"/>
            <a:ext cx="2062972" cy="4185875"/>
          </a:xfrm>
          <a:prstGeom prst="roundRect">
            <a:avLst>
              <a:gd name="adj" fmla="val 3782"/>
            </a:avLst>
          </a:prstGeom>
          <a:solidFill>
            <a:schemeClr val="accent1"/>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0">
            <a:extLst>
              <a:ext uri="{FF2B5EF4-FFF2-40B4-BE49-F238E27FC236}">
                <a16:creationId xmlns:a16="http://schemas.microsoft.com/office/drawing/2014/main" id="{85606D50-6AA9-9ACC-5482-77209F14D290}"/>
              </a:ext>
            </a:extLst>
          </p:cNvPr>
          <p:cNvSpPr>
            <a:spLocks noGrp="1"/>
          </p:cNvSpPr>
          <p:nvPr>
            <p:ph type="body" sz="quarter" idx="21" hasCustomPrompt="1"/>
          </p:nvPr>
        </p:nvSpPr>
        <p:spPr>
          <a:xfrm>
            <a:off x="5063746" y="1844824"/>
            <a:ext cx="2062972" cy="4185875"/>
          </a:xfrm>
          <a:prstGeom prst="roundRect">
            <a:avLst>
              <a:gd name="adj" fmla="val 3782"/>
            </a:avLst>
          </a:prstGeom>
          <a:solidFill>
            <a:srgbClr val="725F9F"/>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10">
            <a:extLst>
              <a:ext uri="{FF2B5EF4-FFF2-40B4-BE49-F238E27FC236}">
                <a16:creationId xmlns:a16="http://schemas.microsoft.com/office/drawing/2014/main" id="{4F9C325D-5D17-7DA4-3D54-59E8AA96F6AF}"/>
              </a:ext>
            </a:extLst>
          </p:cNvPr>
          <p:cNvSpPr>
            <a:spLocks noGrp="1"/>
          </p:cNvSpPr>
          <p:nvPr>
            <p:ph type="body" sz="quarter" idx="22" hasCustomPrompt="1"/>
          </p:nvPr>
        </p:nvSpPr>
        <p:spPr>
          <a:xfrm>
            <a:off x="7293175" y="1844824"/>
            <a:ext cx="2062972" cy="4185875"/>
          </a:xfrm>
          <a:prstGeom prst="roundRect">
            <a:avLst>
              <a:gd name="adj" fmla="val 3782"/>
            </a:avLst>
          </a:prstGeom>
          <a:solidFill>
            <a:srgbClr val="903137"/>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0">
            <a:extLst>
              <a:ext uri="{FF2B5EF4-FFF2-40B4-BE49-F238E27FC236}">
                <a16:creationId xmlns:a16="http://schemas.microsoft.com/office/drawing/2014/main" id="{E07926CE-0ABD-15BA-5866-086DADE9F50D}"/>
              </a:ext>
            </a:extLst>
          </p:cNvPr>
          <p:cNvSpPr>
            <a:spLocks noGrp="1"/>
          </p:cNvSpPr>
          <p:nvPr>
            <p:ph type="body" sz="quarter" idx="23" hasCustomPrompt="1"/>
          </p:nvPr>
        </p:nvSpPr>
        <p:spPr>
          <a:xfrm>
            <a:off x="9522603" y="1844824"/>
            <a:ext cx="2062972" cy="4185875"/>
          </a:xfrm>
          <a:prstGeom prst="roundRect">
            <a:avLst>
              <a:gd name="adj" fmla="val 3782"/>
            </a:avLst>
          </a:prstGeom>
          <a:solidFill>
            <a:schemeClr val="accent4"/>
          </a:solidFill>
          <a:effectLst/>
        </p:spPr>
        <p:txBody>
          <a:bodyPr lIns="180000" tIns="576000" rIns="108000" bIns="108000"/>
          <a:lstStyle>
            <a:lvl1pPr marL="0" algn="l" defTabSz="914400" rtl="0" eaLnBrk="1" latinLnBrk="0" hangingPunct="1">
              <a:spcAft>
                <a:spcPts val="1200"/>
              </a:spcAft>
              <a:defRPr lang="en-GB" sz="5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5165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Layout 2">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280245"/>
            <a:ext cx="2062972" cy="2364779"/>
          </a:xfrm>
          <a:prstGeom prst="roundRect">
            <a:avLst>
              <a:gd name="adj" fmla="val 3782"/>
            </a:avLst>
          </a:prstGeom>
          <a:solidFill>
            <a:schemeClr val="tx2"/>
          </a:solidFill>
          <a:effectLst/>
        </p:spPr>
        <p:txBody>
          <a:bodyPr lIns="180000" tIns="144000" rIns="108000" bIns="108000"/>
          <a:lstStyle>
            <a:lvl1pPr marL="0" algn="l" defTabSz="914400" rtl="0" eaLnBrk="1" latinLnBrk="0" hangingPunct="1">
              <a:spcAft>
                <a:spcPts val="600"/>
              </a:spcAft>
              <a:defRPr lang="en-GB" sz="4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lvl="0"/>
            <a:r>
              <a:rPr lang="en-US" noProof="0"/>
              <a:t>X.</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0">
            <a:extLst>
              <a:ext uri="{FF2B5EF4-FFF2-40B4-BE49-F238E27FC236}">
                <a16:creationId xmlns:a16="http://schemas.microsoft.com/office/drawing/2014/main" id="{684B6590-10D5-F2A8-28E8-5787999FF230}"/>
              </a:ext>
            </a:extLst>
          </p:cNvPr>
          <p:cNvSpPr>
            <a:spLocks noGrp="1"/>
          </p:cNvSpPr>
          <p:nvPr>
            <p:ph type="body" sz="quarter" idx="20" hasCustomPrompt="1"/>
          </p:nvPr>
        </p:nvSpPr>
        <p:spPr>
          <a:xfrm>
            <a:off x="2834317" y="1280245"/>
            <a:ext cx="2062972" cy="2364779"/>
          </a:xfrm>
          <a:prstGeom prst="roundRect">
            <a:avLst>
              <a:gd name="adj" fmla="val 3782"/>
            </a:avLst>
          </a:prstGeom>
          <a:solidFill>
            <a:schemeClr val="accent1"/>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0">
            <a:extLst>
              <a:ext uri="{FF2B5EF4-FFF2-40B4-BE49-F238E27FC236}">
                <a16:creationId xmlns:a16="http://schemas.microsoft.com/office/drawing/2014/main" id="{85606D50-6AA9-9ACC-5482-77209F14D290}"/>
              </a:ext>
            </a:extLst>
          </p:cNvPr>
          <p:cNvSpPr>
            <a:spLocks noGrp="1"/>
          </p:cNvSpPr>
          <p:nvPr>
            <p:ph type="body" sz="quarter" idx="21" hasCustomPrompt="1"/>
          </p:nvPr>
        </p:nvSpPr>
        <p:spPr>
          <a:xfrm>
            <a:off x="5063746" y="1280245"/>
            <a:ext cx="2062972" cy="2364779"/>
          </a:xfrm>
          <a:prstGeom prst="roundRect">
            <a:avLst>
              <a:gd name="adj" fmla="val 3782"/>
            </a:avLst>
          </a:prstGeom>
          <a:solidFill>
            <a:srgbClr val="725F9F"/>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10">
            <a:extLst>
              <a:ext uri="{FF2B5EF4-FFF2-40B4-BE49-F238E27FC236}">
                <a16:creationId xmlns:a16="http://schemas.microsoft.com/office/drawing/2014/main" id="{4F9C325D-5D17-7DA4-3D54-59E8AA96F6AF}"/>
              </a:ext>
            </a:extLst>
          </p:cNvPr>
          <p:cNvSpPr>
            <a:spLocks noGrp="1"/>
          </p:cNvSpPr>
          <p:nvPr>
            <p:ph type="body" sz="quarter" idx="22" hasCustomPrompt="1"/>
          </p:nvPr>
        </p:nvSpPr>
        <p:spPr>
          <a:xfrm>
            <a:off x="7293175" y="1280245"/>
            <a:ext cx="2062972" cy="2364779"/>
          </a:xfrm>
          <a:prstGeom prst="roundRect">
            <a:avLst>
              <a:gd name="adj" fmla="val 3782"/>
            </a:avLst>
          </a:prstGeom>
          <a:solidFill>
            <a:srgbClr val="903137"/>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0">
            <a:extLst>
              <a:ext uri="{FF2B5EF4-FFF2-40B4-BE49-F238E27FC236}">
                <a16:creationId xmlns:a16="http://schemas.microsoft.com/office/drawing/2014/main" id="{E07926CE-0ABD-15BA-5866-086DADE9F50D}"/>
              </a:ext>
            </a:extLst>
          </p:cNvPr>
          <p:cNvSpPr>
            <a:spLocks noGrp="1"/>
          </p:cNvSpPr>
          <p:nvPr>
            <p:ph type="body" sz="quarter" idx="23" hasCustomPrompt="1"/>
          </p:nvPr>
        </p:nvSpPr>
        <p:spPr>
          <a:xfrm>
            <a:off x="9522603" y="1280245"/>
            <a:ext cx="2062972" cy="2364779"/>
          </a:xfrm>
          <a:prstGeom prst="roundRect">
            <a:avLst>
              <a:gd name="adj" fmla="val 3782"/>
            </a:avLst>
          </a:prstGeom>
          <a:solidFill>
            <a:schemeClr val="accent4"/>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10">
            <a:extLst>
              <a:ext uri="{FF2B5EF4-FFF2-40B4-BE49-F238E27FC236}">
                <a16:creationId xmlns:a16="http://schemas.microsoft.com/office/drawing/2014/main" id="{9181CAFB-D267-5CEC-DB4F-D46A96B2190C}"/>
              </a:ext>
            </a:extLst>
          </p:cNvPr>
          <p:cNvSpPr>
            <a:spLocks noGrp="1"/>
          </p:cNvSpPr>
          <p:nvPr>
            <p:ph type="body" sz="quarter" idx="24" hasCustomPrompt="1"/>
          </p:nvPr>
        </p:nvSpPr>
        <p:spPr>
          <a:xfrm>
            <a:off x="604888" y="3885412"/>
            <a:ext cx="2062972" cy="2364779"/>
          </a:xfrm>
          <a:prstGeom prst="roundRect">
            <a:avLst>
              <a:gd name="adj" fmla="val 3782"/>
            </a:avLst>
          </a:prstGeom>
          <a:solidFill>
            <a:schemeClr val="accent4"/>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10">
            <a:extLst>
              <a:ext uri="{FF2B5EF4-FFF2-40B4-BE49-F238E27FC236}">
                <a16:creationId xmlns:a16="http://schemas.microsoft.com/office/drawing/2014/main" id="{93FF311B-6982-F9FD-1170-3531E44D5526}"/>
              </a:ext>
            </a:extLst>
          </p:cNvPr>
          <p:cNvSpPr>
            <a:spLocks noGrp="1"/>
          </p:cNvSpPr>
          <p:nvPr>
            <p:ph type="body" sz="quarter" idx="25" hasCustomPrompt="1"/>
          </p:nvPr>
        </p:nvSpPr>
        <p:spPr>
          <a:xfrm>
            <a:off x="2834317" y="3885412"/>
            <a:ext cx="2062972" cy="2364779"/>
          </a:xfrm>
          <a:prstGeom prst="roundRect">
            <a:avLst>
              <a:gd name="adj" fmla="val 3782"/>
            </a:avLst>
          </a:prstGeom>
          <a:solidFill>
            <a:srgbClr val="903137"/>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10">
            <a:extLst>
              <a:ext uri="{FF2B5EF4-FFF2-40B4-BE49-F238E27FC236}">
                <a16:creationId xmlns:a16="http://schemas.microsoft.com/office/drawing/2014/main" id="{7F2FFEE3-D3A7-B759-80DA-538B0CA5511B}"/>
              </a:ext>
            </a:extLst>
          </p:cNvPr>
          <p:cNvSpPr>
            <a:spLocks noGrp="1"/>
          </p:cNvSpPr>
          <p:nvPr>
            <p:ph type="body" sz="quarter" idx="26" hasCustomPrompt="1"/>
          </p:nvPr>
        </p:nvSpPr>
        <p:spPr>
          <a:xfrm>
            <a:off x="5063746" y="3885412"/>
            <a:ext cx="2062972" cy="2364779"/>
          </a:xfrm>
          <a:prstGeom prst="roundRect">
            <a:avLst>
              <a:gd name="adj" fmla="val 3782"/>
            </a:avLst>
          </a:prstGeom>
          <a:solidFill>
            <a:srgbClr val="00828E"/>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10">
            <a:extLst>
              <a:ext uri="{FF2B5EF4-FFF2-40B4-BE49-F238E27FC236}">
                <a16:creationId xmlns:a16="http://schemas.microsoft.com/office/drawing/2014/main" id="{7104DA82-EA3F-8500-FBE3-FF3B7AC73204}"/>
              </a:ext>
            </a:extLst>
          </p:cNvPr>
          <p:cNvSpPr>
            <a:spLocks noGrp="1"/>
          </p:cNvSpPr>
          <p:nvPr>
            <p:ph type="body" sz="quarter" idx="27" hasCustomPrompt="1"/>
          </p:nvPr>
        </p:nvSpPr>
        <p:spPr>
          <a:xfrm>
            <a:off x="7293175" y="3885412"/>
            <a:ext cx="2062972" cy="2364779"/>
          </a:xfrm>
          <a:prstGeom prst="roundRect">
            <a:avLst>
              <a:gd name="adj" fmla="val 3782"/>
            </a:avLst>
          </a:prstGeom>
          <a:solidFill>
            <a:schemeClr val="tx2">
              <a:lumMod val="60000"/>
              <a:lumOff val="40000"/>
            </a:schemeClr>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10">
            <a:extLst>
              <a:ext uri="{FF2B5EF4-FFF2-40B4-BE49-F238E27FC236}">
                <a16:creationId xmlns:a16="http://schemas.microsoft.com/office/drawing/2014/main" id="{7BEE7263-BD1B-75F8-D65B-5AA878F8CA64}"/>
              </a:ext>
            </a:extLst>
          </p:cNvPr>
          <p:cNvSpPr>
            <a:spLocks noGrp="1"/>
          </p:cNvSpPr>
          <p:nvPr>
            <p:ph type="body" sz="quarter" idx="28" hasCustomPrompt="1"/>
          </p:nvPr>
        </p:nvSpPr>
        <p:spPr>
          <a:xfrm>
            <a:off x="9522603" y="3885412"/>
            <a:ext cx="2062972" cy="2364779"/>
          </a:xfrm>
          <a:prstGeom prst="roundRect">
            <a:avLst>
              <a:gd name="adj" fmla="val 3782"/>
            </a:avLst>
          </a:prstGeom>
          <a:solidFill>
            <a:srgbClr val="00D5D0"/>
          </a:solidFill>
          <a:effectLst/>
        </p:spPr>
        <p:txBody>
          <a:bodyPr lIns="180000" tIns="144000" rIns="108000" bIns="108000"/>
          <a:lstStyle>
            <a:lvl1pPr marL="0" algn="l" defTabSz="914400" rtl="0" eaLnBrk="1" latinLnBrk="0" hangingPunct="1">
              <a:spcAft>
                <a:spcPts val="1200"/>
              </a:spcAft>
              <a:defRPr lang="en-GB" sz="4400" kern="1200" spc="-30" baseline="0" dirty="0">
                <a:solidFill>
                  <a:schemeClr val="bg2"/>
                </a:solidFill>
                <a:latin typeface="Ubuntu bold" panose="020B0804030602030204" pitchFamily="34" charset="0"/>
                <a:ea typeface="+mn-ea"/>
                <a:cs typeface="+mn-cs"/>
              </a:defRPr>
            </a:lvl1pPr>
            <a:lvl2pPr marL="0" indent="0" algn="l" defTabSz="914400" rtl="0" eaLnBrk="1" latinLnBrk="0" hangingPunct="1">
              <a:spcAft>
                <a:spcPts val="1200"/>
              </a:spcAft>
              <a:buNone/>
              <a:defRPr lang="en-GB" sz="2000" kern="1200" spc="-30" baseline="0" dirty="0">
                <a:solidFill>
                  <a:schemeClr val="bg2"/>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2"/>
                </a:solidFill>
                <a:latin typeface="+mn-lt"/>
                <a:ea typeface="+mn-ea"/>
                <a:cs typeface="+mn-cs"/>
              </a:defRPr>
            </a:lvl3pPr>
            <a:lvl4pPr marL="182563" indent="-182563">
              <a:buClr>
                <a:schemeClr val="bg1"/>
              </a:buClr>
              <a:buFont typeface="Wingdings" panose="05000000000000000000" pitchFamily="2" charset="2"/>
              <a:buChar char="§"/>
              <a:defRPr sz="1200">
                <a:solidFill>
                  <a:schemeClr val="bg2"/>
                </a:solidFill>
              </a:defRPr>
            </a:lvl4pPr>
            <a:lvl5pPr marL="358775" indent="-176213">
              <a:buClr>
                <a:schemeClr val="bg1"/>
              </a:buClr>
              <a:buFont typeface="Wingdings" panose="05000000000000000000" pitchFamily="2" charset="2"/>
              <a:buChar char="§"/>
              <a:defRPr sz="1200">
                <a:solidFill>
                  <a:schemeClr val="bg2"/>
                </a:solidFill>
              </a:defRPr>
            </a:lvl5pPr>
          </a:lstStyle>
          <a:p>
            <a:pPr marL="0" lvl="0"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X.</a:t>
            </a:r>
          </a:p>
          <a:p>
            <a:pPr marL="0" lvl="1" indent="0" algn="l" defTabSz="914400" rtl="0" eaLnBrk="1" latinLnBrk="0" hangingPunct="1">
              <a:lnSpc>
                <a:spcPct val="105000"/>
              </a:lnSpc>
              <a:spcBef>
                <a:spcPts val="600"/>
              </a:spcBef>
              <a:spcAft>
                <a:spcPts val="600"/>
              </a:spcAft>
              <a:buClr>
                <a:schemeClr val="accent2"/>
              </a:buClr>
              <a:buFont typeface="Wingdings" panose="05000000000000000000" pitchFamily="2" charset="2"/>
              <a:buNone/>
            </a:pPr>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76846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Layout 3">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a:effectLst/>
        </p:spPr>
        <p:txBody>
          <a:bodyPr/>
          <a:lstStyle>
            <a:lvl1pPr>
              <a:defRPr>
                <a:solidFill>
                  <a:schemeClr val="bg2"/>
                </a:solidFill>
              </a:defRPr>
            </a:lvl1p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280245"/>
            <a:ext cx="1170632" cy="762987"/>
          </a:xfrm>
          <a:prstGeom prst="roundRect">
            <a:avLst>
              <a:gd name="adj" fmla="val 16578"/>
            </a:avLst>
          </a:prstGeom>
          <a:solidFill>
            <a:schemeClr val="tx2"/>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3" name="Text Placeholder 12">
            <a:extLst>
              <a:ext uri="{FF2B5EF4-FFF2-40B4-BE49-F238E27FC236}">
                <a16:creationId xmlns:a16="http://schemas.microsoft.com/office/drawing/2014/main" id="{8B533366-C09A-1990-971B-321FD977BD1A}"/>
              </a:ext>
            </a:extLst>
          </p:cNvPr>
          <p:cNvSpPr>
            <a:spLocks noGrp="1"/>
          </p:cNvSpPr>
          <p:nvPr>
            <p:ph type="body" sz="quarter" idx="20"/>
          </p:nvPr>
        </p:nvSpPr>
        <p:spPr>
          <a:xfrm>
            <a:off x="1919535" y="1280245"/>
            <a:ext cx="9058027" cy="762987"/>
          </a:xfrm>
          <a:prstGeom prst="roundRect">
            <a:avLst/>
          </a:prstGeom>
          <a:noFill/>
          <a:effectLst/>
        </p:spPr>
        <p:txBody>
          <a:bodyPr lIns="180000" tIns="36000" rIns="108000" bIns="36000" anchor="ctr" anchorCtr="0"/>
          <a:lstStyle>
            <a:lvl1pPr>
              <a:defRPr sz="20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6" name="Text Placeholder 10">
            <a:extLst>
              <a:ext uri="{FF2B5EF4-FFF2-40B4-BE49-F238E27FC236}">
                <a16:creationId xmlns:a16="http://schemas.microsoft.com/office/drawing/2014/main" id="{543B82C6-3C12-448C-0A53-85D84F0CB661}"/>
              </a:ext>
            </a:extLst>
          </p:cNvPr>
          <p:cNvSpPr>
            <a:spLocks noGrp="1"/>
          </p:cNvSpPr>
          <p:nvPr>
            <p:ph type="body" sz="quarter" idx="21" hasCustomPrompt="1"/>
          </p:nvPr>
        </p:nvSpPr>
        <p:spPr>
          <a:xfrm>
            <a:off x="604888" y="2224495"/>
            <a:ext cx="1170632" cy="762987"/>
          </a:xfrm>
          <a:prstGeom prst="roundRect">
            <a:avLst>
              <a:gd name="adj" fmla="val 16578"/>
            </a:avLst>
          </a:prstGeom>
          <a:solidFill>
            <a:schemeClr val="accent1"/>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7" name="Text Placeholder 12">
            <a:extLst>
              <a:ext uri="{FF2B5EF4-FFF2-40B4-BE49-F238E27FC236}">
                <a16:creationId xmlns:a16="http://schemas.microsoft.com/office/drawing/2014/main" id="{A49DC80D-0555-78FD-0DAF-C96CE1AEC81F}"/>
              </a:ext>
            </a:extLst>
          </p:cNvPr>
          <p:cNvSpPr>
            <a:spLocks noGrp="1"/>
          </p:cNvSpPr>
          <p:nvPr>
            <p:ph type="body" sz="quarter" idx="22"/>
          </p:nvPr>
        </p:nvSpPr>
        <p:spPr>
          <a:xfrm>
            <a:off x="1919535" y="2224495"/>
            <a:ext cx="9058027" cy="762987"/>
          </a:xfrm>
          <a:prstGeom prst="roundRect">
            <a:avLst/>
          </a:prstGeom>
          <a:noFill/>
          <a:effectLst/>
        </p:spPr>
        <p:txBody>
          <a:bodyPr lIns="180000" tIns="36000" rIns="108000" bIns="36000" anchor="ctr" anchorCtr="0"/>
          <a:lstStyle>
            <a:lvl1pPr>
              <a:defRPr sz="20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8" name="Text Placeholder 10">
            <a:extLst>
              <a:ext uri="{FF2B5EF4-FFF2-40B4-BE49-F238E27FC236}">
                <a16:creationId xmlns:a16="http://schemas.microsoft.com/office/drawing/2014/main" id="{4192DA5C-56F7-EB05-587E-3838238744C0}"/>
              </a:ext>
            </a:extLst>
          </p:cNvPr>
          <p:cNvSpPr>
            <a:spLocks noGrp="1"/>
          </p:cNvSpPr>
          <p:nvPr>
            <p:ph type="body" sz="quarter" idx="23" hasCustomPrompt="1"/>
          </p:nvPr>
        </p:nvSpPr>
        <p:spPr>
          <a:xfrm>
            <a:off x="604888" y="3168745"/>
            <a:ext cx="1170632" cy="762987"/>
          </a:xfrm>
          <a:prstGeom prst="roundRect">
            <a:avLst>
              <a:gd name="adj" fmla="val 16578"/>
            </a:avLst>
          </a:prstGeom>
          <a:solidFill>
            <a:srgbClr val="725F9F"/>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9" name="Text Placeholder 12">
            <a:extLst>
              <a:ext uri="{FF2B5EF4-FFF2-40B4-BE49-F238E27FC236}">
                <a16:creationId xmlns:a16="http://schemas.microsoft.com/office/drawing/2014/main" id="{CD11A545-0ED2-56F2-24DC-41695D5BEB77}"/>
              </a:ext>
            </a:extLst>
          </p:cNvPr>
          <p:cNvSpPr>
            <a:spLocks noGrp="1"/>
          </p:cNvSpPr>
          <p:nvPr>
            <p:ph type="body" sz="quarter" idx="24"/>
          </p:nvPr>
        </p:nvSpPr>
        <p:spPr>
          <a:xfrm>
            <a:off x="1919535" y="3168745"/>
            <a:ext cx="9058027" cy="762987"/>
          </a:xfrm>
          <a:prstGeom prst="roundRect">
            <a:avLst/>
          </a:prstGeom>
          <a:noFill/>
          <a:effectLst/>
        </p:spPr>
        <p:txBody>
          <a:bodyPr lIns="180000" tIns="36000" rIns="108000" bIns="36000" anchor="ctr" anchorCtr="0"/>
          <a:lstStyle>
            <a:lvl1pPr>
              <a:defRPr sz="20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30" name="Text Placeholder 10">
            <a:extLst>
              <a:ext uri="{FF2B5EF4-FFF2-40B4-BE49-F238E27FC236}">
                <a16:creationId xmlns:a16="http://schemas.microsoft.com/office/drawing/2014/main" id="{BD9AB617-E8A0-33C7-2FD7-C396B6B931A2}"/>
              </a:ext>
            </a:extLst>
          </p:cNvPr>
          <p:cNvSpPr>
            <a:spLocks noGrp="1"/>
          </p:cNvSpPr>
          <p:nvPr>
            <p:ph type="body" sz="quarter" idx="25" hasCustomPrompt="1"/>
          </p:nvPr>
        </p:nvSpPr>
        <p:spPr>
          <a:xfrm>
            <a:off x="604888" y="4112995"/>
            <a:ext cx="1170632" cy="762987"/>
          </a:xfrm>
          <a:prstGeom prst="roundRect">
            <a:avLst>
              <a:gd name="adj" fmla="val 16578"/>
            </a:avLst>
          </a:prstGeom>
          <a:solidFill>
            <a:srgbClr val="903137"/>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31" name="Text Placeholder 12">
            <a:extLst>
              <a:ext uri="{FF2B5EF4-FFF2-40B4-BE49-F238E27FC236}">
                <a16:creationId xmlns:a16="http://schemas.microsoft.com/office/drawing/2014/main" id="{1D7A6428-9966-1729-FB90-F36777EC52FB}"/>
              </a:ext>
            </a:extLst>
          </p:cNvPr>
          <p:cNvSpPr>
            <a:spLocks noGrp="1"/>
          </p:cNvSpPr>
          <p:nvPr>
            <p:ph type="body" sz="quarter" idx="26"/>
          </p:nvPr>
        </p:nvSpPr>
        <p:spPr>
          <a:xfrm>
            <a:off x="1919535" y="4112995"/>
            <a:ext cx="9058027" cy="762987"/>
          </a:xfrm>
          <a:prstGeom prst="roundRect">
            <a:avLst/>
          </a:prstGeom>
          <a:noFill/>
          <a:effectLst/>
        </p:spPr>
        <p:txBody>
          <a:bodyPr lIns="180000" tIns="36000" rIns="108000" bIns="36000" anchor="ctr" anchorCtr="0"/>
          <a:lstStyle>
            <a:lvl1pPr>
              <a:defRPr sz="20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32" name="Text Placeholder 10">
            <a:extLst>
              <a:ext uri="{FF2B5EF4-FFF2-40B4-BE49-F238E27FC236}">
                <a16:creationId xmlns:a16="http://schemas.microsoft.com/office/drawing/2014/main" id="{07333197-02A9-C1DE-F204-BB65D596EFA7}"/>
              </a:ext>
            </a:extLst>
          </p:cNvPr>
          <p:cNvSpPr>
            <a:spLocks noGrp="1"/>
          </p:cNvSpPr>
          <p:nvPr>
            <p:ph type="body" sz="quarter" idx="27" hasCustomPrompt="1"/>
          </p:nvPr>
        </p:nvSpPr>
        <p:spPr>
          <a:xfrm>
            <a:off x="604888" y="5057244"/>
            <a:ext cx="1170632" cy="762987"/>
          </a:xfrm>
          <a:prstGeom prst="roundRect">
            <a:avLst>
              <a:gd name="adj" fmla="val 16578"/>
            </a:avLst>
          </a:prstGeom>
          <a:solidFill>
            <a:schemeClr val="accent4"/>
          </a:solidFill>
          <a:effectLst/>
        </p:spPr>
        <p:txBody>
          <a:bodyPr lIns="72000" tIns="72000" rIns="72000" bIns="72000" anchor="ctr" anchorCtr="0"/>
          <a:lstStyle>
            <a:lvl1pPr marL="0" algn="ctr" defTabSz="914400" rtl="0" eaLnBrk="1" latinLnBrk="0" hangingPunct="1">
              <a:spcAft>
                <a:spcPts val="600"/>
              </a:spcAft>
              <a:defRPr lang="en-GB" sz="36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33" name="Text Placeholder 12">
            <a:extLst>
              <a:ext uri="{FF2B5EF4-FFF2-40B4-BE49-F238E27FC236}">
                <a16:creationId xmlns:a16="http://schemas.microsoft.com/office/drawing/2014/main" id="{382A52BB-19D1-5573-C8A8-1FBB0E391961}"/>
              </a:ext>
            </a:extLst>
          </p:cNvPr>
          <p:cNvSpPr>
            <a:spLocks noGrp="1"/>
          </p:cNvSpPr>
          <p:nvPr>
            <p:ph type="body" sz="quarter" idx="28"/>
          </p:nvPr>
        </p:nvSpPr>
        <p:spPr>
          <a:xfrm>
            <a:off x="1919535" y="5057244"/>
            <a:ext cx="9058027" cy="762987"/>
          </a:xfrm>
          <a:prstGeom prst="roundRect">
            <a:avLst/>
          </a:prstGeom>
          <a:noFill/>
          <a:effectLst/>
        </p:spPr>
        <p:txBody>
          <a:bodyPr lIns="180000" tIns="36000" rIns="108000" bIns="36000" anchor="ctr" anchorCtr="0"/>
          <a:lstStyle>
            <a:lvl1pPr>
              <a:defRPr sz="20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74763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Layout 4">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CAE47-6DBD-C2E3-488D-E9EF909C35D9}"/>
              </a:ext>
            </a:extLst>
          </p:cNvPr>
          <p:cNvSpPr>
            <a:spLocks noGrp="1"/>
          </p:cNvSpPr>
          <p:nvPr>
            <p:ph type="title"/>
          </p:nvPr>
        </p:nvSpPr>
        <p:spPr>
          <a:effectLst/>
        </p:spPr>
        <p:txBody>
          <a:bodyPr/>
          <a:lstStyle>
            <a:lvl1pPr>
              <a:defRPr>
                <a:solidFill>
                  <a:schemeClr val="bg2"/>
                </a:solidFill>
              </a:defRPr>
            </a:lvl1pPr>
          </a:lstStyle>
          <a:p>
            <a:r>
              <a:rPr lang="en-US"/>
              <a:t>Click to edit Master title style</a:t>
            </a:r>
            <a:endParaRPr lang="de-DE"/>
          </a:p>
        </p:txBody>
      </p:sp>
      <p:sp>
        <p:nvSpPr>
          <p:cNvPr id="11" name="Text Placeholder 10">
            <a:extLst>
              <a:ext uri="{FF2B5EF4-FFF2-40B4-BE49-F238E27FC236}">
                <a16:creationId xmlns:a16="http://schemas.microsoft.com/office/drawing/2014/main" id="{5680AA26-BD29-F90F-50AE-EAA6277BE634}"/>
              </a:ext>
            </a:extLst>
          </p:cNvPr>
          <p:cNvSpPr>
            <a:spLocks noGrp="1"/>
          </p:cNvSpPr>
          <p:nvPr>
            <p:ph type="body" sz="quarter" idx="19" hasCustomPrompt="1"/>
          </p:nvPr>
        </p:nvSpPr>
        <p:spPr>
          <a:xfrm>
            <a:off x="604888" y="1280245"/>
            <a:ext cx="882600" cy="762987"/>
          </a:xfrm>
          <a:prstGeom prst="roundRect">
            <a:avLst>
              <a:gd name="adj" fmla="val 16578"/>
            </a:avLst>
          </a:prstGeom>
          <a:solidFill>
            <a:schemeClr val="tx2"/>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3" name="Text Placeholder 12">
            <a:extLst>
              <a:ext uri="{FF2B5EF4-FFF2-40B4-BE49-F238E27FC236}">
                <a16:creationId xmlns:a16="http://schemas.microsoft.com/office/drawing/2014/main" id="{8B533366-C09A-1990-971B-321FD977BD1A}"/>
              </a:ext>
            </a:extLst>
          </p:cNvPr>
          <p:cNvSpPr>
            <a:spLocks noGrp="1"/>
          </p:cNvSpPr>
          <p:nvPr>
            <p:ph type="body" sz="quarter" idx="20"/>
          </p:nvPr>
        </p:nvSpPr>
        <p:spPr>
          <a:xfrm>
            <a:off x="1559496" y="1280245"/>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 name="Text Placeholder 10">
            <a:extLst>
              <a:ext uri="{FF2B5EF4-FFF2-40B4-BE49-F238E27FC236}">
                <a16:creationId xmlns:a16="http://schemas.microsoft.com/office/drawing/2014/main" id="{98133203-4F64-57BE-57D4-5816AB38D6D3}"/>
              </a:ext>
            </a:extLst>
          </p:cNvPr>
          <p:cNvSpPr>
            <a:spLocks noGrp="1"/>
          </p:cNvSpPr>
          <p:nvPr>
            <p:ph type="body" sz="quarter" idx="21" hasCustomPrompt="1"/>
          </p:nvPr>
        </p:nvSpPr>
        <p:spPr>
          <a:xfrm>
            <a:off x="604888" y="2217021"/>
            <a:ext cx="882600" cy="762987"/>
          </a:xfrm>
          <a:prstGeom prst="roundRect">
            <a:avLst>
              <a:gd name="adj" fmla="val 16578"/>
            </a:avLst>
          </a:prstGeom>
          <a:solidFill>
            <a:schemeClr val="accent1"/>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7" name="Text Placeholder 12">
            <a:extLst>
              <a:ext uri="{FF2B5EF4-FFF2-40B4-BE49-F238E27FC236}">
                <a16:creationId xmlns:a16="http://schemas.microsoft.com/office/drawing/2014/main" id="{0272019D-D161-35B1-5862-4D645A82DF53}"/>
              </a:ext>
            </a:extLst>
          </p:cNvPr>
          <p:cNvSpPr>
            <a:spLocks noGrp="1"/>
          </p:cNvSpPr>
          <p:nvPr>
            <p:ph type="body" sz="quarter" idx="22"/>
          </p:nvPr>
        </p:nvSpPr>
        <p:spPr>
          <a:xfrm>
            <a:off x="1559496" y="2217021"/>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8" name="Text Placeholder 10">
            <a:extLst>
              <a:ext uri="{FF2B5EF4-FFF2-40B4-BE49-F238E27FC236}">
                <a16:creationId xmlns:a16="http://schemas.microsoft.com/office/drawing/2014/main" id="{4FC04771-9999-C7FF-A7E2-9B4B67B08951}"/>
              </a:ext>
            </a:extLst>
          </p:cNvPr>
          <p:cNvSpPr>
            <a:spLocks noGrp="1"/>
          </p:cNvSpPr>
          <p:nvPr>
            <p:ph type="body" sz="quarter" idx="23" hasCustomPrompt="1"/>
          </p:nvPr>
        </p:nvSpPr>
        <p:spPr>
          <a:xfrm>
            <a:off x="604888" y="3153797"/>
            <a:ext cx="882600" cy="762987"/>
          </a:xfrm>
          <a:prstGeom prst="roundRect">
            <a:avLst>
              <a:gd name="adj" fmla="val 16578"/>
            </a:avLst>
          </a:prstGeom>
          <a:solidFill>
            <a:srgbClr val="725F9F"/>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9" name="Text Placeholder 12">
            <a:extLst>
              <a:ext uri="{FF2B5EF4-FFF2-40B4-BE49-F238E27FC236}">
                <a16:creationId xmlns:a16="http://schemas.microsoft.com/office/drawing/2014/main" id="{F2527272-4DEB-4721-1AB9-B754404DA200}"/>
              </a:ext>
            </a:extLst>
          </p:cNvPr>
          <p:cNvSpPr>
            <a:spLocks noGrp="1"/>
          </p:cNvSpPr>
          <p:nvPr>
            <p:ph type="body" sz="quarter" idx="24"/>
          </p:nvPr>
        </p:nvSpPr>
        <p:spPr>
          <a:xfrm>
            <a:off x="1559496" y="3153797"/>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0" name="Text Placeholder 10">
            <a:extLst>
              <a:ext uri="{FF2B5EF4-FFF2-40B4-BE49-F238E27FC236}">
                <a16:creationId xmlns:a16="http://schemas.microsoft.com/office/drawing/2014/main" id="{8311C761-2577-B4FD-6C44-6AD97B2A0EDE}"/>
              </a:ext>
            </a:extLst>
          </p:cNvPr>
          <p:cNvSpPr>
            <a:spLocks noGrp="1"/>
          </p:cNvSpPr>
          <p:nvPr>
            <p:ph type="body" sz="quarter" idx="25" hasCustomPrompt="1"/>
          </p:nvPr>
        </p:nvSpPr>
        <p:spPr>
          <a:xfrm>
            <a:off x="604888" y="4090573"/>
            <a:ext cx="882600" cy="762987"/>
          </a:xfrm>
          <a:prstGeom prst="roundRect">
            <a:avLst>
              <a:gd name="adj" fmla="val 16578"/>
            </a:avLst>
          </a:prstGeom>
          <a:solidFill>
            <a:srgbClr val="903137"/>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2" name="Text Placeholder 12">
            <a:extLst>
              <a:ext uri="{FF2B5EF4-FFF2-40B4-BE49-F238E27FC236}">
                <a16:creationId xmlns:a16="http://schemas.microsoft.com/office/drawing/2014/main" id="{1BAE0C5E-2E24-5DC7-5B5D-BC08433C01AF}"/>
              </a:ext>
            </a:extLst>
          </p:cNvPr>
          <p:cNvSpPr>
            <a:spLocks noGrp="1"/>
          </p:cNvSpPr>
          <p:nvPr>
            <p:ph type="body" sz="quarter" idx="26"/>
          </p:nvPr>
        </p:nvSpPr>
        <p:spPr>
          <a:xfrm>
            <a:off x="1559496" y="4090573"/>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4" name="Text Placeholder 10">
            <a:extLst>
              <a:ext uri="{FF2B5EF4-FFF2-40B4-BE49-F238E27FC236}">
                <a16:creationId xmlns:a16="http://schemas.microsoft.com/office/drawing/2014/main" id="{845FC0A5-D275-6036-8E71-8D8E01369A9C}"/>
              </a:ext>
            </a:extLst>
          </p:cNvPr>
          <p:cNvSpPr>
            <a:spLocks noGrp="1"/>
          </p:cNvSpPr>
          <p:nvPr>
            <p:ph type="body" sz="quarter" idx="27" hasCustomPrompt="1"/>
          </p:nvPr>
        </p:nvSpPr>
        <p:spPr>
          <a:xfrm>
            <a:off x="604888" y="5027349"/>
            <a:ext cx="882600" cy="762987"/>
          </a:xfrm>
          <a:prstGeom prst="roundRect">
            <a:avLst>
              <a:gd name="adj" fmla="val 16578"/>
            </a:avLst>
          </a:prstGeom>
          <a:solidFill>
            <a:schemeClr val="accent4"/>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5" name="Text Placeholder 12">
            <a:extLst>
              <a:ext uri="{FF2B5EF4-FFF2-40B4-BE49-F238E27FC236}">
                <a16:creationId xmlns:a16="http://schemas.microsoft.com/office/drawing/2014/main" id="{C7BAA72C-3294-3D72-A2EB-C284BBE3BDFE}"/>
              </a:ext>
            </a:extLst>
          </p:cNvPr>
          <p:cNvSpPr>
            <a:spLocks noGrp="1"/>
          </p:cNvSpPr>
          <p:nvPr>
            <p:ph type="body" sz="quarter" idx="28"/>
          </p:nvPr>
        </p:nvSpPr>
        <p:spPr>
          <a:xfrm>
            <a:off x="1559496" y="5027349"/>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6" name="Text Placeholder 10">
            <a:extLst>
              <a:ext uri="{FF2B5EF4-FFF2-40B4-BE49-F238E27FC236}">
                <a16:creationId xmlns:a16="http://schemas.microsoft.com/office/drawing/2014/main" id="{2DC16744-9C4F-71DB-3CA2-E91C910F0FF6}"/>
              </a:ext>
            </a:extLst>
          </p:cNvPr>
          <p:cNvSpPr>
            <a:spLocks noGrp="1"/>
          </p:cNvSpPr>
          <p:nvPr>
            <p:ph type="body" sz="quarter" idx="29" hasCustomPrompt="1"/>
          </p:nvPr>
        </p:nvSpPr>
        <p:spPr>
          <a:xfrm>
            <a:off x="6318054" y="1280245"/>
            <a:ext cx="882600" cy="762987"/>
          </a:xfrm>
          <a:prstGeom prst="roundRect">
            <a:avLst>
              <a:gd name="adj" fmla="val 16578"/>
            </a:avLst>
          </a:prstGeom>
          <a:solidFill>
            <a:schemeClr val="accent4"/>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7" name="Text Placeholder 12">
            <a:extLst>
              <a:ext uri="{FF2B5EF4-FFF2-40B4-BE49-F238E27FC236}">
                <a16:creationId xmlns:a16="http://schemas.microsoft.com/office/drawing/2014/main" id="{F40EC393-C151-7750-132E-935793D56110}"/>
              </a:ext>
            </a:extLst>
          </p:cNvPr>
          <p:cNvSpPr>
            <a:spLocks noGrp="1"/>
          </p:cNvSpPr>
          <p:nvPr>
            <p:ph type="body" sz="quarter" idx="30"/>
          </p:nvPr>
        </p:nvSpPr>
        <p:spPr>
          <a:xfrm>
            <a:off x="7272662" y="1280245"/>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8" name="Text Placeholder 10">
            <a:extLst>
              <a:ext uri="{FF2B5EF4-FFF2-40B4-BE49-F238E27FC236}">
                <a16:creationId xmlns:a16="http://schemas.microsoft.com/office/drawing/2014/main" id="{8AD93EA8-D7BB-59CC-85DB-F87646905CB7}"/>
              </a:ext>
            </a:extLst>
          </p:cNvPr>
          <p:cNvSpPr>
            <a:spLocks noGrp="1"/>
          </p:cNvSpPr>
          <p:nvPr>
            <p:ph type="body" sz="quarter" idx="31" hasCustomPrompt="1"/>
          </p:nvPr>
        </p:nvSpPr>
        <p:spPr>
          <a:xfrm>
            <a:off x="6318054" y="2217021"/>
            <a:ext cx="882600" cy="762987"/>
          </a:xfrm>
          <a:prstGeom prst="roundRect">
            <a:avLst>
              <a:gd name="adj" fmla="val 16578"/>
            </a:avLst>
          </a:prstGeom>
          <a:solidFill>
            <a:srgbClr val="903137"/>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19" name="Text Placeholder 12">
            <a:extLst>
              <a:ext uri="{FF2B5EF4-FFF2-40B4-BE49-F238E27FC236}">
                <a16:creationId xmlns:a16="http://schemas.microsoft.com/office/drawing/2014/main" id="{AE1FE3DC-02C3-919A-3BD6-B5D495330EB2}"/>
              </a:ext>
            </a:extLst>
          </p:cNvPr>
          <p:cNvSpPr>
            <a:spLocks noGrp="1"/>
          </p:cNvSpPr>
          <p:nvPr>
            <p:ph type="body" sz="quarter" idx="32"/>
          </p:nvPr>
        </p:nvSpPr>
        <p:spPr>
          <a:xfrm>
            <a:off x="7272662" y="2217021"/>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0" name="Text Placeholder 10">
            <a:extLst>
              <a:ext uri="{FF2B5EF4-FFF2-40B4-BE49-F238E27FC236}">
                <a16:creationId xmlns:a16="http://schemas.microsoft.com/office/drawing/2014/main" id="{21B1D7CE-3725-3D82-4966-5CC3143777BE}"/>
              </a:ext>
            </a:extLst>
          </p:cNvPr>
          <p:cNvSpPr>
            <a:spLocks noGrp="1"/>
          </p:cNvSpPr>
          <p:nvPr>
            <p:ph type="body" sz="quarter" idx="33" hasCustomPrompt="1"/>
          </p:nvPr>
        </p:nvSpPr>
        <p:spPr>
          <a:xfrm>
            <a:off x="6318054" y="3153797"/>
            <a:ext cx="882600" cy="762987"/>
          </a:xfrm>
          <a:prstGeom prst="roundRect">
            <a:avLst>
              <a:gd name="adj" fmla="val 16578"/>
            </a:avLst>
          </a:prstGeom>
          <a:solidFill>
            <a:srgbClr val="00828E"/>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1" name="Text Placeholder 12">
            <a:extLst>
              <a:ext uri="{FF2B5EF4-FFF2-40B4-BE49-F238E27FC236}">
                <a16:creationId xmlns:a16="http://schemas.microsoft.com/office/drawing/2014/main" id="{120ABD41-6411-0032-ED74-754B584BDD00}"/>
              </a:ext>
            </a:extLst>
          </p:cNvPr>
          <p:cNvSpPr>
            <a:spLocks noGrp="1"/>
          </p:cNvSpPr>
          <p:nvPr>
            <p:ph type="body" sz="quarter" idx="34"/>
          </p:nvPr>
        </p:nvSpPr>
        <p:spPr>
          <a:xfrm>
            <a:off x="7272662" y="3153797"/>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2" name="Text Placeholder 10">
            <a:extLst>
              <a:ext uri="{FF2B5EF4-FFF2-40B4-BE49-F238E27FC236}">
                <a16:creationId xmlns:a16="http://schemas.microsoft.com/office/drawing/2014/main" id="{B0EA3F71-0B74-D57D-FE18-D3868E8EC5E7}"/>
              </a:ext>
            </a:extLst>
          </p:cNvPr>
          <p:cNvSpPr>
            <a:spLocks noGrp="1"/>
          </p:cNvSpPr>
          <p:nvPr>
            <p:ph type="body" sz="quarter" idx="35" hasCustomPrompt="1"/>
          </p:nvPr>
        </p:nvSpPr>
        <p:spPr>
          <a:xfrm>
            <a:off x="6318054" y="4090573"/>
            <a:ext cx="882600" cy="762987"/>
          </a:xfrm>
          <a:prstGeom prst="roundRect">
            <a:avLst>
              <a:gd name="adj" fmla="val 16578"/>
            </a:avLst>
          </a:prstGeom>
          <a:solidFill>
            <a:schemeClr val="tx2"/>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3" name="Text Placeholder 12">
            <a:extLst>
              <a:ext uri="{FF2B5EF4-FFF2-40B4-BE49-F238E27FC236}">
                <a16:creationId xmlns:a16="http://schemas.microsoft.com/office/drawing/2014/main" id="{1A91A27B-9632-A883-4F3D-6CE39B7A0FAC}"/>
              </a:ext>
            </a:extLst>
          </p:cNvPr>
          <p:cNvSpPr>
            <a:spLocks noGrp="1"/>
          </p:cNvSpPr>
          <p:nvPr>
            <p:ph type="body" sz="quarter" idx="36"/>
          </p:nvPr>
        </p:nvSpPr>
        <p:spPr>
          <a:xfrm>
            <a:off x="7272662" y="4090573"/>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4" name="Text Placeholder 10">
            <a:extLst>
              <a:ext uri="{FF2B5EF4-FFF2-40B4-BE49-F238E27FC236}">
                <a16:creationId xmlns:a16="http://schemas.microsoft.com/office/drawing/2014/main" id="{CFBE5867-89F2-BDC3-5FD2-85081416C7E1}"/>
              </a:ext>
            </a:extLst>
          </p:cNvPr>
          <p:cNvSpPr>
            <a:spLocks noGrp="1"/>
          </p:cNvSpPr>
          <p:nvPr>
            <p:ph type="body" sz="quarter" idx="37" hasCustomPrompt="1"/>
          </p:nvPr>
        </p:nvSpPr>
        <p:spPr>
          <a:xfrm>
            <a:off x="6318054" y="5027349"/>
            <a:ext cx="882600" cy="762987"/>
          </a:xfrm>
          <a:prstGeom prst="roundRect">
            <a:avLst>
              <a:gd name="adj" fmla="val 16578"/>
            </a:avLst>
          </a:prstGeom>
          <a:solidFill>
            <a:schemeClr val="accent1"/>
          </a:solidFill>
          <a:effectLst/>
        </p:spPr>
        <p:txBody>
          <a:bodyPr lIns="72000" tIns="72000" rIns="72000" bIns="72000" anchor="ctr" anchorCtr="0"/>
          <a:lstStyle>
            <a:lvl1pPr marL="0" algn="ctr" defTabSz="914400" rtl="0" eaLnBrk="1" latinLnBrk="0" hangingPunct="1">
              <a:spcAft>
                <a:spcPts val="600"/>
              </a:spcAft>
              <a:defRPr lang="en-GB" sz="2400" kern="1200" spc="-30" dirty="0" smtClean="0">
                <a:solidFill>
                  <a:schemeClr val="bg2"/>
                </a:solidFill>
                <a:latin typeface="Ubuntu bold" panose="020B0804030602030204" pitchFamily="34" charset="0"/>
                <a:ea typeface="+mn-ea"/>
                <a:cs typeface="+mn-cs"/>
              </a:defRPr>
            </a:lvl1pPr>
            <a:lvl2pPr marL="0" indent="0" algn="l" defTabSz="914400" rtl="0" eaLnBrk="1" latinLnBrk="0" hangingPunct="1">
              <a:spcAft>
                <a:spcPts val="600"/>
              </a:spcAft>
              <a:buNone/>
              <a:defRPr lang="en-GB" sz="2000" kern="1200" spc="-30" dirty="0" smtClean="0">
                <a:solidFill>
                  <a:schemeClr val="bg1"/>
                </a:solidFill>
                <a:latin typeface="+mj-lt"/>
                <a:ea typeface="+mn-ea"/>
                <a:cs typeface="+mn-cs"/>
              </a:defRPr>
            </a:lvl2pPr>
            <a:lvl3pPr marL="0" indent="0" algn="l" defTabSz="914400" rtl="0" eaLnBrk="1" latinLnBrk="0" hangingPunct="1">
              <a:spcAft>
                <a:spcPts val="0"/>
              </a:spcAft>
              <a:buNone/>
              <a:defRPr lang="en-GB" sz="1300" kern="1200" spc="-20" dirty="0" smtClean="0">
                <a:solidFill>
                  <a:schemeClr val="bg1"/>
                </a:solidFill>
                <a:latin typeface="+mn-lt"/>
                <a:ea typeface="+mn-ea"/>
                <a:cs typeface="+mn-cs"/>
              </a:defRPr>
            </a:lvl3pPr>
            <a:lvl4pPr marL="182563" indent="-182563">
              <a:buClr>
                <a:schemeClr val="bg1"/>
              </a:buClr>
              <a:buFont typeface="Wingdings" panose="05000000000000000000" pitchFamily="2" charset="2"/>
              <a:buChar char="§"/>
              <a:defRPr sz="1200">
                <a:solidFill>
                  <a:schemeClr val="bg1"/>
                </a:solidFill>
              </a:defRPr>
            </a:lvl4pPr>
            <a:lvl5pPr marL="358775" indent="-176213">
              <a:buClr>
                <a:schemeClr val="bg1"/>
              </a:buClr>
              <a:buFont typeface="Wingdings" panose="05000000000000000000" pitchFamily="2" charset="2"/>
              <a:buChar char="§"/>
              <a:defRPr sz="1200">
                <a:solidFill>
                  <a:schemeClr val="bg1"/>
                </a:solidFill>
              </a:defRPr>
            </a:lvl5pPr>
          </a:lstStyle>
          <a:p>
            <a:pPr lvl="0"/>
            <a:r>
              <a:rPr lang="en-US" noProof="0"/>
              <a:t>X.</a:t>
            </a:r>
          </a:p>
        </p:txBody>
      </p:sp>
      <p:sp>
        <p:nvSpPr>
          <p:cNvPr id="25" name="Text Placeholder 12">
            <a:extLst>
              <a:ext uri="{FF2B5EF4-FFF2-40B4-BE49-F238E27FC236}">
                <a16:creationId xmlns:a16="http://schemas.microsoft.com/office/drawing/2014/main" id="{EFD42819-4EAC-7B96-83E6-9628598CD72A}"/>
              </a:ext>
            </a:extLst>
          </p:cNvPr>
          <p:cNvSpPr>
            <a:spLocks noGrp="1"/>
          </p:cNvSpPr>
          <p:nvPr>
            <p:ph type="body" sz="quarter" idx="38"/>
          </p:nvPr>
        </p:nvSpPr>
        <p:spPr>
          <a:xfrm>
            <a:off x="7272662" y="5027349"/>
            <a:ext cx="4320479" cy="762987"/>
          </a:xfrm>
          <a:prstGeom prst="roundRect">
            <a:avLst/>
          </a:prstGeom>
          <a:noFill/>
          <a:effectLst/>
        </p:spPr>
        <p:txBody>
          <a:bodyPr lIns="180000" tIns="36000" rIns="108000" bIns="36000" anchor="ctr" anchorCtr="0"/>
          <a:lstStyle>
            <a:lvl1pPr>
              <a:defRPr sz="1600">
                <a:solidFill>
                  <a:schemeClr val="bg2"/>
                </a:solidFill>
              </a:defRPr>
            </a:lvl1pPr>
            <a:lvl2pPr marL="0" indent="0">
              <a:buNone/>
              <a:defRPr sz="1800"/>
            </a:lvl2pPr>
            <a:lvl3pPr>
              <a:defRPr sz="16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88228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95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nly Title - Gre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9E83-6390-8B30-64ED-3C9F7618E684}"/>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Tree>
    <p:extLst>
      <p:ext uri="{BB962C8B-B14F-4D97-AF65-F5344CB8AC3E}">
        <p14:creationId xmlns:p14="http://schemas.microsoft.com/office/powerpoint/2010/main" val="135940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 Grey 0">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0D1D02-C702-F3EC-B1CD-93A42292F77C}"/>
              </a:ext>
            </a:extLst>
          </p:cNvPr>
          <p:cNvSpPr>
            <a:spLocks noGrp="1"/>
          </p:cNvSpPr>
          <p:nvPr>
            <p:ph type="title"/>
          </p:nvPr>
        </p:nvSpPr>
        <p:spPr/>
        <p:txBody>
          <a:bodyPr/>
          <a:lstStyle/>
          <a:p>
            <a:r>
              <a:rPr lang="en-US"/>
              <a:t>Click to edit Master title style</a:t>
            </a:r>
            <a:endParaRPr lang="de-DE"/>
          </a:p>
        </p:txBody>
      </p:sp>
      <p:sp>
        <p:nvSpPr>
          <p:cNvPr id="4" name="Text Placeholder 2">
            <a:extLst>
              <a:ext uri="{FF2B5EF4-FFF2-40B4-BE49-F238E27FC236}">
                <a16:creationId xmlns:a16="http://schemas.microsoft.com/office/drawing/2014/main" id="{690483C6-7F8A-AB79-1BD1-50F6ECF08CDA}"/>
              </a:ext>
            </a:extLst>
          </p:cNvPr>
          <p:cNvSpPr>
            <a:spLocks noGrp="1"/>
          </p:cNvSpPr>
          <p:nvPr>
            <p:ph type="body" sz="quarter" idx="14"/>
          </p:nvPr>
        </p:nvSpPr>
        <p:spPr>
          <a:xfrm>
            <a:off x="604837" y="1268412"/>
            <a:ext cx="10978761" cy="5113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53283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2 col and Image right high">
    <p:bg>
      <p:bgPr>
        <a:solidFill>
          <a:schemeClr val="tx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5582949-6CD2-4CFC-213D-F7692F2C94D5}"/>
              </a:ext>
            </a:extLst>
          </p:cNvPr>
          <p:cNvSpPr>
            <a:spLocks noGrp="1"/>
          </p:cNvSpPr>
          <p:nvPr>
            <p:ph type="body" sz="quarter" idx="14"/>
          </p:nvPr>
        </p:nvSpPr>
        <p:spPr>
          <a:xfrm>
            <a:off x="1214439" y="1484784"/>
            <a:ext cx="6897785" cy="4176464"/>
          </a:xfrm>
        </p:spPr>
        <p:txBody>
          <a:bodyPr numCol="2" spcCol="252000">
            <a:noAutofit/>
          </a:bodyPr>
          <a:lstStyle>
            <a:lvl1pPr>
              <a:spcBef>
                <a:spcPts val="1200"/>
              </a:spcBef>
              <a:defRPr sz="1900">
                <a:solidFill>
                  <a:schemeClr val="bg2"/>
                </a:solidFill>
              </a:defRPr>
            </a:lvl1pPr>
            <a:lvl2pPr>
              <a:defRPr sz="1900">
                <a:solidFill>
                  <a:schemeClr val="bg2"/>
                </a:solidFill>
              </a:defRPr>
            </a:lvl2pPr>
            <a:lvl3pPr>
              <a:defRPr sz="1800">
                <a:solidFill>
                  <a:schemeClr val="bg2"/>
                </a:solidFill>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00483E04-E938-D28E-1C6F-DCE4167D9664}"/>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10" name="Bildplatzhalter 4">
            <a:extLst>
              <a:ext uri="{FF2B5EF4-FFF2-40B4-BE49-F238E27FC236}">
                <a16:creationId xmlns:a16="http://schemas.microsoft.com/office/drawing/2014/main" id="{3A8731EA-0B3D-A0C5-A964-2CB34368FB7D}"/>
              </a:ext>
            </a:extLst>
          </p:cNvPr>
          <p:cNvSpPr>
            <a:spLocks noGrp="1"/>
          </p:cNvSpPr>
          <p:nvPr>
            <p:ph type="pic" sz="quarter" idx="10" hasCustomPrompt="1"/>
          </p:nvPr>
        </p:nvSpPr>
        <p:spPr>
          <a:xfrm>
            <a:off x="8256240" y="692697"/>
            <a:ext cx="3327358" cy="5822404"/>
          </a:xfrm>
          <a:noFill/>
        </p:spPr>
        <p:txBody>
          <a:bodyPr/>
          <a:lstStyle>
            <a:lvl1pPr>
              <a:defRPr>
                <a:solidFill>
                  <a:schemeClr val="bg2"/>
                </a:solidFill>
              </a:defRPr>
            </a:lvl1pPr>
          </a:lstStyle>
          <a:p>
            <a:r>
              <a:rPr lang="de-DE"/>
              <a:t>Click on </a:t>
            </a:r>
            <a:r>
              <a:rPr lang="de-DE" err="1"/>
              <a:t>the</a:t>
            </a:r>
            <a:r>
              <a:rPr lang="de-DE"/>
              <a:t> </a:t>
            </a:r>
            <a:r>
              <a:rPr lang="de-DE" err="1"/>
              <a:t>icon</a:t>
            </a:r>
            <a:r>
              <a:rPr lang="de-DE"/>
              <a:t> and </a:t>
            </a:r>
            <a:r>
              <a:rPr lang="de-DE" err="1"/>
              <a:t>insert</a:t>
            </a:r>
            <a:r>
              <a:rPr lang="de-DE"/>
              <a:t> </a:t>
            </a:r>
            <a:r>
              <a:rPr lang="de-DE" err="1"/>
              <a:t>illustration</a:t>
            </a:r>
            <a:r>
              <a:rPr lang="de-DE"/>
              <a:t>, </a:t>
            </a:r>
            <a:r>
              <a:rPr lang="de-DE" err="1"/>
              <a:t>adjust</a:t>
            </a:r>
            <a:r>
              <a:rPr lang="de-DE"/>
              <a:t> </a:t>
            </a:r>
            <a:r>
              <a:rPr lang="de-DE" err="1"/>
              <a:t>the</a:t>
            </a:r>
            <a:r>
              <a:rPr lang="de-DE"/>
              <a:t> </a:t>
            </a:r>
            <a:r>
              <a:rPr lang="de-DE" err="1"/>
              <a:t>size</a:t>
            </a:r>
            <a:r>
              <a:rPr lang="de-DE"/>
              <a:t> </a:t>
            </a:r>
            <a:r>
              <a:rPr lang="de-DE" err="1"/>
              <a:t>with</a:t>
            </a:r>
            <a:r>
              <a:rPr lang="de-DE"/>
              <a:t> </a:t>
            </a:r>
            <a:r>
              <a:rPr lang="de-DE" err="1"/>
              <a:t>the</a:t>
            </a:r>
            <a:r>
              <a:rPr lang="de-DE"/>
              <a:t> </a:t>
            </a:r>
            <a:r>
              <a:rPr lang="de-DE" err="1"/>
              <a:t>crop</a:t>
            </a:r>
            <a:r>
              <a:rPr lang="de-DE"/>
              <a:t> </a:t>
            </a:r>
            <a:r>
              <a:rPr lang="de-DE" err="1"/>
              <a:t>tool</a:t>
            </a:r>
            <a:r>
              <a:rPr lang="de-DE"/>
              <a:t> </a:t>
            </a:r>
            <a:r>
              <a:rPr lang="de-DE" err="1"/>
              <a:t>under</a:t>
            </a:r>
            <a:r>
              <a:rPr lang="de-DE"/>
              <a:t> </a:t>
            </a:r>
            <a:r>
              <a:rPr lang="de-DE" err="1"/>
              <a:t>picture</a:t>
            </a:r>
            <a:r>
              <a:rPr lang="de-DE"/>
              <a:t> </a:t>
            </a:r>
            <a:r>
              <a:rPr lang="de-DE" err="1"/>
              <a:t>format</a:t>
            </a:r>
            <a:endParaRPr lang="de-DE"/>
          </a:p>
        </p:txBody>
      </p:sp>
    </p:spTree>
    <p:extLst>
      <p:ext uri="{BB962C8B-B14F-4D97-AF65-F5344CB8AC3E}">
        <p14:creationId xmlns:p14="http://schemas.microsoft.com/office/powerpoint/2010/main" val="1817470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ortfolio Page - Grey 3">
    <p:bg>
      <p:bgPr>
        <a:solidFill>
          <a:schemeClr val="tx1"/>
        </a:solidFill>
        <a:effectLst/>
      </p:bgPr>
    </p:bg>
    <p:spTree>
      <p:nvGrpSpPr>
        <p:cNvPr id="1" name=""/>
        <p:cNvGrpSpPr/>
        <p:nvPr/>
      </p:nvGrpSpPr>
      <p:grpSpPr>
        <a:xfrm>
          <a:off x="0" y="0"/>
          <a:ext cx="0" cy="0"/>
          <a:chOff x="0" y="0"/>
          <a:chExt cx="0" cy="0"/>
        </a:xfrm>
      </p:grpSpPr>
      <p:sp>
        <p:nvSpPr>
          <p:cNvPr id="15" name="Freeform: Shape 2">
            <a:extLst>
              <a:ext uri="{FF2B5EF4-FFF2-40B4-BE49-F238E27FC236}">
                <a16:creationId xmlns:a16="http://schemas.microsoft.com/office/drawing/2014/main" id="{36129D61-FC8F-76CB-34BE-59250C26C2E3}"/>
              </a:ext>
            </a:extLst>
          </p:cNvPr>
          <p:cNvSpPr>
            <a:spLocks noChangeAspect="1"/>
          </p:cNvSpPr>
          <p:nvPr userDrawn="1"/>
        </p:nvSpPr>
        <p:spPr>
          <a:xfrm rot="10800000" flipV="1">
            <a:off x="1" y="0"/>
            <a:ext cx="4295799" cy="6181095"/>
          </a:xfrm>
          <a:custGeom>
            <a:avLst/>
            <a:gdLst>
              <a:gd name="connsiteX0" fmla="*/ 4269986 w 4269986"/>
              <a:gd name="connsiteY0" fmla="*/ 6154742 h 6154742"/>
              <a:gd name="connsiteX1" fmla="*/ 4269986 w 4269986"/>
              <a:gd name="connsiteY1" fmla="*/ 0 h 6154742"/>
              <a:gd name="connsiteX2" fmla="*/ 0 w 4269986"/>
              <a:gd name="connsiteY2" fmla="*/ 0 h 6154742"/>
              <a:gd name="connsiteX3" fmla="*/ 0 w 4269986"/>
              <a:gd name="connsiteY3" fmla="*/ 5245503 h 6154742"/>
              <a:gd name="connsiteX4" fmla="*/ 2004279 w 4269986"/>
              <a:gd name="connsiteY4" fmla="*/ 5725582 h 6154742"/>
              <a:gd name="connsiteX5" fmla="*/ 4269986 w 4269986"/>
              <a:gd name="connsiteY5" fmla="*/ 6154742 h 615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9986" h="6154742">
                <a:moveTo>
                  <a:pt x="4269986" y="6154742"/>
                </a:moveTo>
                <a:lnTo>
                  <a:pt x="4269986" y="0"/>
                </a:lnTo>
                <a:lnTo>
                  <a:pt x="0" y="0"/>
                </a:lnTo>
                <a:lnTo>
                  <a:pt x="0" y="5245503"/>
                </a:lnTo>
                <a:cubicBezTo>
                  <a:pt x="602738" y="5412804"/>
                  <a:pt x="1270829" y="5572830"/>
                  <a:pt x="2004279" y="5725582"/>
                </a:cubicBezTo>
                <a:cubicBezTo>
                  <a:pt x="2650587" y="5863787"/>
                  <a:pt x="4211891" y="6147468"/>
                  <a:pt x="4269986" y="615474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bg2"/>
              </a:solidFill>
            </a:endParaRPr>
          </a:p>
        </p:txBody>
      </p:sp>
      <p:sp>
        <p:nvSpPr>
          <p:cNvPr id="3" name="Title 2">
            <a:extLst>
              <a:ext uri="{FF2B5EF4-FFF2-40B4-BE49-F238E27FC236}">
                <a16:creationId xmlns:a16="http://schemas.microsoft.com/office/drawing/2014/main" id="{F8FCAE47-6DBD-C2E3-488D-E9EF909C35D9}"/>
              </a:ext>
            </a:extLst>
          </p:cNvPr>
          <p:cNvSpPr>
            <a:spLocks noGrp="1"/>
          </p:cNvSpPr>
          <p:nvPr>
            <p:ph type="title" hasCustomPrompt="1"/>
          </p:nvPr>
        </p:nvSpPr>
        <p:spPr>
          <a:xfrm>
            <a:off x="604837" y="908720"/>
            <a:ext cx="3330923" cy="950719"/>
          </a:xfrm>
        </p:spPr>
        <p:txBody>
          <a:bodyPr/>
          <a:lstStyle>
            <a:lvl1pPr>
              <a:defRPr sz="3200" b="1">
                <a:solidFill>
                  <a:schemeClr val="bg2"/>
                </a:solidFill>
              </a:defRPr>
            </a:lvl1pPr>
          </a:lstStyle>
          <a:p>
            <a:r>
              <a:rPr lang="en-US" noProof="0"/>
              <a:t>Click to edit title style</a:t>
            </a:r>
          </a:p>
        </p:txBody>
      </p:sp>
      <p:sp>
        <p:nvSpPr>
          <p:cNvPr id="9" name="Text Placeholder 1">
            <a:extLst>
              <a:ext uri="{FF2B5EF4-FFF2-40B4-BE49-F238E27FC236}">
                <a16:creationId xmlns:a16="http://schemas.microsoft.com/office/drawing/2014/main" id="{9C36DEEE-B40E-271C-34DC-DB9508F738DC}"/>
              </a:ext>
            </a:extLst>
          </p:cNvPr>
          <p:cNvSpPr>
            <a:spLocks noGrp="1"/>
          </p:cNvSpPr>
          <p:nvPr>
            <p:ph type="body" sz="quarter" idx="18" hasCustomPrompt="1"/>
          </p:nvPr>
        </p:nvSpPr>
        <p:spPr>
          <a:xfrm>
            <a:off x="604838" y="2060848"/>
            <a:ext cx="3258914" cy="4320902"/>
          </a:xfrm>
        </p:spPr>
        <p:txBody>
          <a:bodyPr/>
          <a:lstStyle>
            <a:lvl1pPr>
              <a:defRPr sz="1800" b="1">
                <a:solidFill>
                  <a:schemeClr val="bg2"/>
                </a:solidFill>
                <a:latin typeface="+mj-lt"/>
              </a:defRPr>
            </a:lvl1pPr>
            <a:lvl2pPr marL="176213" indent="-176213">
              <a:lnSpc>
                <a:spcPct val="100000"/>
              </a:lnSpc>
              <a:spcBef>
                <a:spcPts val="400"/>
              </a:spcBef>
              <a:buClr>
                <a:schemeClr val="bg1"/>
              </a:buClr>
              <a:defRPr sz="1600">
                <a:solidFill>
                  <a:schemeClr val="bg2"/>
                </a:solidFill>
              </a:defRPr>
            </a:lvl2pPr>
            <a:lvl3pPr marL="360363" indent="-184150">
              <a:lnSpc>
                <a:spcPct val="100000"/>
              </a:lnSpc>
              <a:buClr>
                <a:schemeClr val="bg1"/>
              </a:buClr>
              <a:defRPr sz="1400">
                <a:solidFill>
                  <a:schemeClr val="bg2"/>
                </a:solidFill>
              </a:defRPr>
            </a:lvl3pPr>
            <a:lvl4pPr marL="536575" indent="-176213">
              <a:lnSpc>
                <a:spcPct val="100000"/>
              </a:lnSpc>
              <a:buClr>
                <a:schemeClr val="bg1"/>
              </a:buClr>
              <a:defRPr sz="1200">
                <a:solidFill>
                  <a:schemeClr val="bg2"/>
                </a:solidFill>
              </a:defRPr>
            </a:lvl4pPr>
            <a:lvl5pPr marL="720725" indent="-184150">
              <a:lnSpc>
                <a:spcPct val="100000"/>
              </a:lnSpc>
              <a:buClr>
                <a:schemeClr val="bg1"/>
              </a:buClr>
              <a:defRPr sz="1200">
                <a:solidFill>
                  <a:schemeClr val="bg2"/>
                </a:solidFill>
              </a:defRPr>
            </a:lvl5pPr>
          </a:lstStyle>
          <a:p>
            <a:pPr lvl="0"/>
            <a:r>
              <a:rPr lang="en-US" noProof="0"/>
              <a:t>Click to edit text </a:t>
            </a:r>
          </a:p>
          <a:p>
            <a:pPr lvl="1"/>
            <a:r>
              <a:rPr lang="en-US" noProof="0"/>
              <a:t>Second </a:t>
            </a:r>
            <a:br>
              <a:rPr lang="en-US" noProof="0"/>
            </a:br>
            <a:r>
              <a:rPr lang="en-US" noProof="0"/>
              <a:t>level</a:t>
            </a:r>
          </a:p>
          <a:p>
            <a:pPr lvl="2"/>
            <a:r>
              <a:rPr lang="en-US" noProof="0"/>
              <a:t>Third level</a:t>
            </a:r>
          </a:p>
          <a:p>
            <a:pPr lvl="3"/>
            <a:r>
              <a:rPr lang="en-US" noProof="0"/>
              <a:t>Fourth level</a:t>
            </a:r>
          </a:p>
          <a:p>
            <a:pPr lvl="4"/>
            <a:r>
              <a:rPr lang="en-US" noProof="0"/>
              <a:t>Fifth level</a:t>
            </a:r>
          </a:p>
        </p:txBody>
      </p:sp>
      <p:sp>
        <p:nvSpPr>
          <p:cNvPr id="10" name="Text Placeholder 2">
            <a:extLst>
              <a:ext uri="{FF2B5EF4-FFF2-40B4-BE49-F238E27FC236}">
                <a16:creationId xmlns:a16="http://schemas.microsoft.com/office/drawing/2014/main" id="{40C95E71-D718-BE1B-9BCB-2AB89035F4B4}"/>
              </a:ext>
            </a:extLst>
          </p:cNvPr>
          <p:cNvSpPr>
            <a:spLocks noGrp="1"/>
          </p:cNvSpPr>
          <p:nvPr>
            <p:ph type="body" sz="quarter" idx="19" hasCustomPrompt="1"/>
          </p:nvPr>
        </p:nvSpPr>
        <p:spPr>
          <a:xfrm>
            <a:off x="5917775" y="527474"/>
            <a:ext cx="5667800" cy="950719"/>
          </a:xfrm>
        </p:spPr>
        <p:txBody>
          <a:bodyPr/>
          <a:lstStyle>
            <a:lvl1pPr>
              <a:defRPr sz="1800" b="1">
                <a:solidFill>
                  <a:schemeClr val="bg2"/>
                </a:solidFill>
                <a:latin typeface="+mj-lt"/>
              </a:defRPr>
            </a:lvl1pPr>
            <a:lvl2pPr>
              <a:defRPr sz="1600">
                <a:solidFill>
                  <a:schemeClr val="bg2"/>
                </a:solidFill>
                <a:latin typeface="+mj-lt"/>
              </a:defRPr>
            </a:lvl2pPr>
          </a:lstStyle>
          <a:p>
            <a:pPr lvl="0"/>
            <a:r>
              <a:rPr lang="en-US" noProof="0"/>
              <a:t>Click to edit introduction text styles</a:t>
            </a:r>
          </a:p>
          <a:p>
            <a:pPr lvl="1"/>
            <a:r>
              <a:rPr lang="en-US" noProof="0"/>
              <a:t>Second level</a:t>
            </a:r>
          </a:p>
        </p:txBody>
      </p:sp>
      <p:sp>
        <p:nvSpPr>
          <p:cNvPr id="13" name="Text Placeholder 3">
            <a:extLst>
              <a:ext uri="{FF2B5EF4-FFF2-40B4-BE49-F238E27FC236}">
                <a16:creationId xmlns:a16="http://schemas.microsoft.com/office/drawing/2014/main" id="{BFB5D9BC-F810-19B3-E277-C080A55CF555}"/>
              </a:ext>
            </a:extLst>
          </p:cNvPr>
          <p:cNvSpPr>
            <a:spLocks noGrp="1"/>
          </p:cNvSpPr>
          <p:nvPr>
            <p:ph type="body" sz="quarter" idx="20" hasCustomPrompt="1"/>
          </p:nvPr>
        </p:nvSpPr>
        <p:spPr>
          <a:xfrm>
            <a:off x="604838" y="382386"/>
            <a:ext cx="3258914" cy="402011"/>
          </a:xfrm>
        </p:spPr>
        <p:txBody>
          <a:bodyPr/>
          <a:lstStyle>
            <a:lvl1pPr>
              <a:defRPr sz="1800" b="0">
                <a:solidFill>
                  <a:schemeClr val="bg2"/>
                </a:solidFill>
                <a:latin typeface="+mn-lt"/>
              </a:defRPr>
            </a:lvl1pPr>
            <a:lvl2pPr marL="176213" indent="-176213">
              <a:lnSpc>
                <a:spcPct val="100000"/>
              </a:lnSpc>
              <a:spcBef>
                <a:spcPts val="400"/>
              </a:spcBef>
              <a:buClr>
                <a:schemeClr val="bg1"/>
              </a:buClr>
              <a:defRPr sz="1600">
                <a:solidFill>
                  <a:schemeClr val="bg1"/>
                </a:solidFill>
              </a:defRPr>
            </a:lvl2pPr>
            <a:lvl3pPr marL="360363" indent="-184150">
              <a:lnSpc>
                <a:spcPct val="100000"/>
              </a:lnSpc>
              <a:buClr>
                <a:schemeClr val="bg1"/>
              </a:buClr>
              <a:defRPr sz="1400">
                <a:solidFill>
                  <a:schemeClr val="bg1"/>
                </a:solidFill>
              </a:defRPr>
            </a:lvl3pPr>
            <a:lvl4pPr marL="536575" indent="-176213">
              <a:lnSpc>
                <a:spcPct val="100000"/>
              </a:lnSpc>
              <a:buClr>
                <a:schemeClr val="bg1"/>
              </a:buClr>
              <a:defRPr sz="1200">
                <a:solidFill>
                  <a:schemeClr val="bg1"/>
                </a:solidFill>
              </a:defRPr>
            </a:lvl4pPr>
            <a:lvl5pPr marL="720725" indent="-184150">
              <a:lnSpc>
                <a:spcPct val="100000"/>
              </a:lnSpc>
              <a:buClr>
                <a:schemeClr val="bg1"/>
              </a:buClr>
              <a:defRPr sz="1200">
                <a:solidFill>
                  <a:schemeClr val="bg1"/>
                </a:solidFill>
              </a:defRPr>
            </a:lvl5pPr>
          </a:lstStyle>
          <a:p>
            <a:pPr lvl="0"/>
            <a:r>
              <a:rPr lang="en-US" noProof="0"/>
              <a:t>Click to edit portfolio text </a:t>
            </a:r>
          </a:p>
        </p:txBody>
      </p:sp>
      <p:sp>
        <p:nvSpPr>
          <p:cNvPr id="14" name="Text Placeholder 4">
            <a:extLst>
              <a:ext uri="{FF2B5EF4-FFF2-40B4-BE49-F238E27FC236}">
                <a16:creationId xmlns:a16="http://schemas.microsoft.com/office/drawing/2014/main" id="{D0EEF696-993C-5068-3938-609D227C67A0}"/>
              </a:ext>
            </a:extLst>
          </p:cNvPr>
          <p:cNvSpPr>
            <a:spLocks noGrp="1"/>
          </p:cNvSpPr>
          <p:nvPr>
            <p:ph type="body" sz="quarter" idx="21" hasCustomPrompt="1"/>
          </p:nvPr>
        </p:nvSpPr>
        <p:spPr>
          <a:xfrm>
            <a:off x="8849271" y="1628800"/>
            <a:ext cx="2736304" cy="4752950"/>
          </a:xfrm>
        </p:spPr>
        <p:txBody>
          <a:bodyPr/>
          <a:lstStyle>
            <a:lvl1pPr>
              <a:lnSpc>
                <a:spcPct val="100000"/>
              </a:lnSpc>
              <a:defRPr sz="1800" b="1">
                <a:solidFill>
                  <a:schemeClr val="bg2"/>
                </a:solidFill>
                <a:latin typeface="+mj-lt"/>
              </a:defRPr>
            </a:lvl1pPr>
            <a:lvl2pPr marL="180975" indent="-180975">
              <a:lnSpc>
                <a:spcPct val="100000"/>
              </a:lnSpc>
              <a:buClr>
                <a:schemeClr val="accent4"/>
              </a:buClr>
              <a:defRPr sz="1600">
                <a:solidFill>
                  <a:schemeClr val="bg2"/>
                </a:solidFill>
              </a:defRPr>
            </a:lvl2pPr>
            <a:lvl3pPr marL="361950" indent="-180975">
              <a:lnSpc>
                <a:spcPct val="100000"/>
              </a:lnSpc>
              <a:buClr>
                <a:schemeClr val="accent4"/>
              </a:buClr>
              <a:defRPr sz="1400">
                <a:solidFill>
                  <a:schemeClr val="bg2"/>
                </a:solidFill>
              </a:defRPr>
            </a:lvl3pPr>
            <a:lvl4pPr marL="534988" indent="-173038">
              <a:lnSpc>
                <a:spcPct val="100000"/>
              </a:lnSpc>
              <a:buClr>
                <a:schemeClr val="accent4"/>
              </a:buClr>
              <a:defRPr sz="1200">
                <a:solidFill>
                  <a:schemeClr val="bg2"/>
                </a:solidFill>
              </a:defRPr>
            </a:lvl4pPr>
            <a:lvl5pPr marL="715963" indent="-180975">
              <a:lnSpc>
                <a:spcPct val="100000"/>
              </a:lnSpc>
              <a:buClr>
                <a:schemeClr val="accent4"/>
              </a:buClr>
              <a:defRPr sz="1200">
                <a:solidFill>
                  <a:schemeClr val="bg2"/>
                </a:solidFill>
              </a:defRPr>
            </a:lvl5pPr>
          </a:lstStyle>
          <a:p>
            <a:pPr lvl="0"/>
            <a:r>
              <a:rPr lang="en-US" noProof="0"/>
              <a:t>Click to edit title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5">
            <a:extLst>
              <a:ext uri="{FF2B5EF4-FFF2-40B4-BE49-F238E27FC236}">
                <a16:creationId xmlns:a16="http://schemas.microsoft.com/office/drawing/2014/main" id="{8219391B-8D76-7531-4CA5-BB1BB21FA3DF}"/>
              </a:ext>
            </a:extLst>
          </p:cNvPr>
          <p:cNvSpPr>
            <a:spLocks noGrp="1"/>
          </p:cNvSpPr>
          <p:nvPr>
            <p:ph type="body" sz="quarter" idx="14" hasCustomPrompt="1"/>
          </p:nvPr>
        </p:nvSpPr>
        <p:spPr>
          <a:xfrm>
            <a:off x="5951984" y="1628800"/>
            <a:ext cx="2736304" cy="4752950"/>
          </a:xfrm>
        </p:spPr>
        <p:txBody>
          <a:bodyPr/>
          <a:lstStyle>
            <a:lvl1pPr>
              <a:lnSpc>
                <a:spcPct val="100000"/>
              </a:lnSpc>
              <a:defRPr sz="1800" b="1">
                <a:solidFill>
                  <a:schemeClr val="bg2"/>
                </a:solidFill>
                <a:latin typeface="+mj-lt"/>
              </a:defRPr>
            </a:lvl1pPr>
            <a:lvl2pPr marL="180975" indent="-180975">
              <a:lnSpc>
                <a:spcPct val="100000"/>
              </a:lnSpc>
              <a:buClr>
                <a:schemeClr val="accent4"/>
              </a:buClr>
              <a:defRPr sz="1600">
                <a:solidFill>
                  <a:schemeClr val="bg2"/>
                </a:solidFill>
              </a:defRPr>
            </a:lvl2pPr>
            <a:lvl3pPr marL="361950" indent="-180975">
              <a:lnSpc>
                <a:spcPct val="100000"/>
              </a:lnSpc>
              <a:buClr>
                <a:schemeClr val="accent4"/>
              </a:buClr>
              <a:defRPr sz="1400">
                <a:solidFill>
                  <a:schemeClr val="bg2"/>
                </a:solidFill>
              </a:defRPr>
            </a:lvl3pPr>
            <a:lvl4pPr marL="534988" indent="-173038">
              <a:lnSpc>
                <a:spcPct val="100000"/>
              </a:lnSpc>
              <a:buClr>
                <a:schemeClr val="accent4"/>
              </a:buClr>
              <a:defRPr sz="1200">
                <a:solidFill>
                  <a:schemeClr val="bg2"/>
                </a:solidFill>
              </a:defRPr>
            </a:lvl4pPr>
            <a:lvl5pPr marL="715963" indent="-180975">
              <a:lnSpc>
                <a:spcPct val="100000"/>
              </a:lnSpc>
              <a:buClr>
                <a:schemeClr val="accent4"/>
              </a:buClr>
              <a:defRPr sz="1200">
                <a:solidFill>
                  <a:schemeClr val="bg2"/>
                </a:solidFill>
              </a:defRPr>
            </a:lvl5pPr>
          </a:lstStyle>
          <a:p>
            <a:pPr lvl="0"/>
            <a:r>
              <a:rPr lang="en-US" noProof="0"/>
              <a:t>Click to edit title</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9159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850"/>
                                        <p:tgtEl>
                                          <p:spTgt spid="15"/>
                                        </p:tgtEl>
                                      </p:cBhvr>
                                    </p:animEffect>
                                  </p:childTnLst>
                                </p:cTn>
                              </p:par>
                              <p:par>
                                <p:cTn id="8" presetID="42" presetClass="path" presetSubtype="0" decel="100000" fill="hold" grpId="1" nodeType="withEffect">
                                  <p:stCondLst>
                                    <p:cond delay="0"/>
                                  </p:stCondLst>
                                  <p:childTnLst>
                                    <p:animMotion origin="layout" path="M -1.875E-6 -0.11574 L -1.875E-6 -4.44444E-6 " pathEditMode="relative" rAng="0" ptsTypes="AA">
                                      <p:cBhvr>
                                        <p:cTn id="9" dur="1400" fill="hold"/>
                                        <p:tgtEl>
                                          <p:spTgt spid="15"/>
                                        </p:tgtEl>
                                        <p:attrNameLst>
                                          <p:attrName>ppt_x</p:attrName>
                                          <p:attrName>ppt_y</p:attrName>
                                        </p:attrNameLst>
                                      </p:cBhvr>
                                      <p:rCtr x="0" y="5787"/>
                                    </p:animMotion>
                                  </p:childTnLst>
                                </p:cTn>
                              </p:par>
                              <p:par>
                                <p:cTn id="10" presetID="10" presetClass="entr" presetSubtype="0" fill="hold" grpId="0" nodeType="withEffect">
                                  <p:stCondLst>
                                    <p:cond delay="50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grpId="0" nodeType="withEffect">
                                  <p:stCondLst>
                                    <p:cond delay="30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3" grpId="0"/>
      <p:bldP spid="9" grpId="0">
        <p:tmplLst>
          <p:tmpl>
            <p:tnLst>
              <p:par>
                <p:cTn presetID="10" presetClass="entr" presetSubtype="0" fill="hold" nodeType="withEffect">
                  <p:stCondLst>
                    <p:cond delay="1250"/>
                  </p:stCondLst>
                  <p:childTnLst>
                    <p:set>
                      <p:cBhvr>
                        <p:cTn dur="1" fill="hold">
                          <p:stCondLst>
                            <p:cond delay="0"/>
                          </p:stCondLst>
                        </p:cTn>
                        <p:tgtEl>
                          <p:spTgt spid="9"/>
                        </p:tgtEl>
                        <p:attrNameLst>
                          <p:attrName>style.visibility</p:attrName>
                        </p:attrNameLst>
                      </p:cBhvr>
                      <p:to>
                        <p:strVal val="visible"/>
                      </p:to>
                    </p:set>
                    <p:animEffect transition="in" filter="fade">
                      <p:cBhvr>
                        <p:cTn dur="1000"/>
                        <p:tgtEl>
                          <p:spTgt spid="9"/>
                        </p:tgtEl>
                      </p:cBhvr>
                    </p:animEffect>
                  </p:childTnLst>
                </p:cTn>
              </p:par>
            </p:tnLst>
          </p:tmpl>
        </p:tmplLst>
      </p:bldP>
      <p:bldP spid="10" grpId="0">
        <p:tmplLst>
          <p:tmpl>
            <p:tnLst>
              <p:par>
                <p:cTn presetID="10" presetClass="entr" presetSubtype="0" fill="hold" nodeType="withEffect">
                  <p:stCondLst>
                    <p:cond delay="20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3" grpId="0">
        <p:tmplLst>
          <p:tmpl>
            <p:tnLst>
              <p:par>
                <p:cTn presetID="10" presetClass="entr" presetSubtype="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p:tmplLst>
          <p:tmpl>
            <p:tnLst>
              <p:par>
                <p:cTn presetID="10" presetClass="entr" presetSubtype="0" fill="hold" nodeType="withEffect">
                  <p:stCondLst>
                    <p:cond delay="300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2" grpId="0">
        <p:tmplLst>
          <p:tmpl>
            <p:tnLst>
              <p:par>
                <p:cTn presetID="10" presetClass="entr" presetSubtype="0" fill="hold" nodeType="withEffect">
                  <p:stCondLst>
                    <p:cond delay="200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columns with Content">
    <p:bg>
      <p:bgPr>
        <a:solidFill>
          <a:schemeClr val="tx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17D633B-0BFE-4D58-A316-29342A929DF8}"/>
              </a:ext>
            </a:extLst>
          </p:cNvPr>
          <p:cNvSpPr/>
          <p:nvPr userDrawn="1"/>
        </p:nvSpPr>
        <p:spPr bwMode="ltGray">
          <a:xfrm>
            <a:off x="0" y="4005064"/>
            <a:ext cx="12192000" cy="2852936"/>
          </a:xfrm>
          <a:prstGeom prst="rect">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2"/>
              </a:solidFill>
            </a:endParaRPr>
          </a:p>
        </p:txBody>
      </p:sp>
      <p:sp>
        <p:nvSpPr>
          <p:cNvPr id="23" name="Text Placeholder 4">
            <a:extLst>
              <a:ext uri="{FF2B5EF4-FFF2-40B4-BE49-F238E27FC236}">
                <a16:creationId xmlns:a16="http://schemas.microsoft.com/office/drawing/2014/main" id="{90401A7E-940D-4E34-AE04-1569095E0369}"/>
              </a:ext>
            </a:extLst>
          </p:cNvPr>
          <p:cNvSpPr>
            <a:spLocks noGrp="1"/>
          </p:cNvSpPr>
          <p:nvPr>
            <p:ph type="body" sz="quarter" idx="13" hasCustomPrompt="1"/>
          </p:nvPr>
        </p:nvSpPr>
        <p:spPr>
          <a:xfrm>
            <a:off x="614424" y="1326547"/>
            <a:ext cx="3480797" cy="412363"/>
          </a:xfrm>
          <a:prstGeom prst="rect">
            <a:avLst/>
          </a:prstGeom>
          <a:noFill/>
        </p:spPr>
        <p:txBody>
          <a:bodyPr anchor="ctr">
            <a:noAutofit/>
          </a:bodyPr>
          <a:lstStyle>
            <a:lvl1pPr marL="0" indent="0" algn="l">
              <a:buNone/>
              <a:defRPr sz="1800" b="0">
                <a:solidFill>
                  <a:schemeClr val="bg2"/>
                </a:solidFill>
                <a:latin typeface="+mj-lt"/>
              </a:defRPr>
            </a:lvl1pPr>
            <a:lvl2pPr>
              <a:defRPr sz="1400"/>
            </a:lvl2pPr>
            <a:lvl3pPr>
              <a:defRPr sz="1200"/>
            </a:lvl3pPr>
            <a:lvl4pPr>
              <a:defRPr sz="1100"/>
            </a:lvl4pPr>
            <a:lvl5pPr>
              <a:defRPr sz="1100"/>
            </a:lvl5pPr>
          </a:lstStyle>
          <a:p>
            <a:pPr lvl="0"/>
            <a:r>
              <a:rPr lang="en-US" noProof="0"/>
              <a:t>Click to insert title</a:t>
            </a:r>
          </a:p>
        </p:txBody>
      </p:sp>
      <p:sp>
        <p:nvSpPr>
          <p:cNvPr id="24" name="Text Placeholder 4">
            <a:extLst>
              <a:ext uri="{FF2B5EF4-FFF2-40B4-BE49-F238E27FC236}">
                <a16:creationId xmlns:a16="http://schemas.microsoft.com/office/drawing/2014/main" id="{F902169D-8617-4138-89F9-A6FA7F06622A}"/>
              </a:ext>
            </a:extLst>
          </p:cNvPr>
          <p:cNvSpPr>
            <a:spLocks noGrp="1"/>
          </p:cNvSpPr>
          <p:nvPr>
            <p:ph type="body" sz="quarter" idx="27" hasCustomPrompt="1"/>
          </p:nvPr>
        </p:nvSpPr>
        <p:spPr>
          <a:xfrm>
            <a:off x="8096779" y="1326547"/>
            <a:ext cx="3480797" cy="412363"/>
          </a:xfrm>
          <a:prstGeom prst="rect">
            <a:avLst/>
          </a:prstGeom>
          <a:noFill/>
        </p:spPr>
        <p:txBody>
          <a:bodyPr anchor="ctr">
            <a:noAutofit/>
          </a:bodyPr>
          <a:lstStyle>
            <a:lvl1pPr marL="0" indent="0" algn="l">
              <a:buNone/>
              <a:defRPr sz="1800" b="0">
                <a:solidFill>
                  <a:schemeClr val="bg2"/>
                </a:solidFill>
                <a:latin typeface="+mj-lt"/>
              </a:defRPr>
            </a:lvl1pPr>
            <a:lvl2pPr>
              <a:defRPr sz="1400"/>
            </a:lvl2pPr>
            <a:lvl3pPr>
              <a:defRPr sz="1200"/>
            </a:lvl3pPr>
            <a:lvl4pPr>
              <a:defRPr sz="1100"/>
            </a:lvl4pPr>
            <a:lvl5pPr>
              <a:defRPr sz="1100"/>
            </a:lvl5pPr>
          </a:lstStyle>
          <a:p>
            <a:pPr lvl="0"/>
            <a:r>
              <a:rPr lang="en-US" noProof="0"/>
              <a:t>Click to insert title</a:t>
            </a:r>
          </a:p>
        </p:txBody>
      </p:sp>
      <p:sp>
        <p:nvSpPr>
          <p:cNvPr id="25" name="Text Placeholder 4">
            <a:extLst>
              <a:ext uri="{FF2B5EF4-FFF2-40B4-BE49-F238E27FC236}">
                <a16:creationId xmlns:a16="http://schemas.microsoft.com/office/drawing/2014/main" id="{34544FEB-328F-4B0A-B598-69DFCF9F59B2}"/>
              </a:ext>
            </a:extLst>
          </p:cNvPr>
          <p:cNvSpPr>
            <a:spLocks noGrp="1"/>
          </p:cNvSpPr>
          <p:nvPr>
            <p:ph type="body" sz="quarter" idx="29" hasCustomPrompt="1"/>
          </p:nvPr>
        </p:nvSpPr>
        <p:spPr>
          <a:xfrm>
            <a:off x="4355601" y="1326547"/>
            <a:ext cx="3480797" cy="412363"/>
          </a:xfrm>
          <a:prstGeom prst="rect">
            <a:avLst/>
          </a:prstGeom>
          <a:noFill/>
        </p:spPr>
        <p:txBody>
          <a:bodyPr anchor="ctr">
            <a:noAutofit/>
          </a:bodyPr>
          <a:lstStyle>
            <a:lvl1pPr marL="0" indent="0" algn="l">
              <a:buNone/>
              <a:defRPr sz="1800" b="0">
                <a:solidFill>
                  <a:schemeClr val="bg2"/>
                </a:solidFill>
                <a:latin typeface="+mj-lt"/>
              </a:defRPr>
            </a:lvl1pPr>
            <a:lvl2pPr>
              <a:defRPr sz="1400"/>
            </a:lvl2pPr>
            <a:lvl3pPr>
              <a:defRPr sz="1200"/>
            </a:lvl3pPr>
            <a:lvl4pPr>
              <a:defRPr sz="1100"/>
            </a:lvl4pPr>
            <a:lvl5pPr>
              <a:defRPr sz="1100"/>
            </a:lvl5pPr>
          </a:lstStyle>
          <a:p>
            <a:pPr lvl="0"/>
            <a:r>
              <a:rPr lang="en-US" noProof="0"/>
              <a:t>Click to insert title</a:t>
            </a:r>
          </a:p>
        </p:txBody>
      </p:sp>
      <p:sp>
        <p:nvSpPr>
          <p:cNvPr id="26" name="Text Placeholder 4">
            <a:extLst>
              <a:ext uri="{FF2B5EF4-FFF2-40B4-BE49-F238E27FC236}">
                <a16:creationId xmlns:a16="http://schemas.microsoft.com/office/drawing/2014/main" id="{1616D9A8-5891-44FB-BF3D-E4EEFE88D97C}"/>
              </a:ext>
            </a:extLst>
          </p:cNvPr>
          <p:cNvSpPr>
            <a:spLocks noGrp="1"/>
          </p:cNvSpPr>
          <p:nvPr>
            <p:ph type="body" sz="quarter" idx="31" hasCustomPrompt="1"/>
          </p:nvPr>
        </p:nvSpPr>
        <p:spPr>
          <a:xfrm>
            <a:off x="614424" y="4231996"/>
            <a:ext cx="10958452" cy="412363"/>
          </a:xfrm>
          <a:prstGeom prst="rect">
            <a:avLst/>
          </a:prstGeom>
          <a:noFill/>
        </p:spPr>
        <p:txBody>
          <a:bodyPr vert="horz" lIns="0" tIns="0" rIns="0" bIns="0" rtlCol="0" anchor="ctr">
            <a:noAutofit/>
          </a:bodyPr>
          <a:lstStyle>
            <a:lvl1pPr marL="0" indent="0">
              <a:buNone/>
              <a:defRPr lang="en-US" b="0" dirty="0">
                <a:solidFill>
                  <a:schemeClr val="bg2"/>
                </a:solidFill>
                <a:latin typeface="+mj-lt"/>
              </a:defRPr>
            </a:lvl1pPr>
          </a:lstStyle>
          <a:p>
            <a:pPr lvl="0"/>
            <a:r>
              <a:rPr lang="en-US"/>
              <a:t>Click to insert title</a:t>
            </a:r>
          </a:p>
        </p:txBody>
      </p:sp>
      <p:sp>
        <p:nvSpPr>
          <p:cNvPr id="27" name="Text Placeholder 7">
            <a:extLst>
              <a:ext uri="{FF2B5EF4-FFF2-40B4-BE49-F238E27FC236}">
                <a16:creationId xmlns:a16="http://schemas.microsoft.com/office/drawing/2014/main" id="{20A5D04E-30DA-4CE3-9AB4-BE54BD09D9E3}"/>
              </a:ext>
            </a:extLst>
          </p:cNvPr>
          <p:cNvSpPr>
            <a:spLocks noGrp="1"/>
          </p:cNvSpPr>
          <p:nvPr>
            <p:ph type="body" sz="quarter" idx="32" hasCustomPrompt="1"/>
          </p:nvPr>
        </p:nvSpPr>
        <p:spPr>
          <a:xfrm>
            <a:off x="614424" y="1794547"/>
            <a:ext cx="3480797" cy="1994493"/>
          </a:xfrm>
          <a:prstGeom prst="rect">
            <a:avLst/>
          </a:prstGeom>
        </p:spPr>
        <p:txBody>
          <a:bodyPr>
            <a:noAutofit/>
          </a:bodyPr>
          <a:lstStyle>
            <a:lvl1pPr>
              <a:lnSpc>
                <a:spcPts val="1600"/>
              </a:lnSpc>
              <a:defRPr sz="1400">
                <a:solidFill>
                  <a:schemeClr val="bg2"/>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p:txBody>
      </p:sp>
      <p:sp>
        <p:nvSpPr>
          <p:cNvPr id="28" name="Text Placeholder 7">
            <a:extLst>
              <a:ext uri="{FF2B5EF4-FFF2-40B4-BE49-F238E27FC236}">
                <a16:creationId xmlns:a16="http://schemas.microsoft.com/office/drawing/2014/main" id="{D41AA623-196A-443E-894B-4DFC49358122}"/>
              </a:ext>
            </a:extLst>
          </p:cNvPr>
          <p:cNvSpPr>
            <a:spLocks noGrp="1"/>
          </p:cNvSpPr>
          <p:nvPr>
            <p:ph type="body" sz="quarter" idx="33" hasCustomPrompt="1"/>
          </p:nvPr>
        </p:nvSpPr>
        <p:spPr>
          <a:xfrm>
            <a:off x="4355601" y="1794547"/>
            <a:ext cx="3480797" cy="1994493"/>
          </a:xfrm>
          <a:prstGeom prst="rect">
            <a:avLst/>
          </a:prstGeom>
        </p:spPr>
        <p:txBody>
          <a:bodyPr>
            <a:noAutofit/>
          </a:bodyPr>
          <a:lstStyle>
            <a:lvl1pPr>
              <a:lnSpc>
                <a:spcPts val="1600"/>
              </a:lnSpc>
              <a:defRPr sz="1400">
                <a:solidFill>
                  <a:schemeClr val="bg2"/>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p:txBody>
      </p:sp>
      <p:sp>
        <p:nvSpPr>
          <p:cNvPr id="29" name="Text Placeholder 7">
            <a:extLst>
              <a:ext uri="{FF2B5EF4-FFF2-40B4-BE49-F238E27FC236}">
                <a16:creationId xmlns:a16="http://schemas.microsoft.com/office/drawing/2014/main" id="{D80E12C0-6E1E-43DD-A338-A4D7F5D6D138}"/>
              </a:ext>
            </a:extLst>
          </p:cNvPr>
          <p:cNvSpPr>
            <a:spLocks noGrp="1"/>
          </p:cNvSpPr>
          <p:nvPr>
            <p:ph type="body" sz="quarter" idx="34" hasCustomPrompt="1"/>
          </p:nvPr>
        </p:nvSpPr>
        <p:spPr>
          <a:xfrm>
            <a:off x="8096779" y="1794547"/>
            <a:ext cx="3480797" cy="1994493"/>
          </a:xfrm>
          <a:prstGeom prst="rect">
            <a:avLst/>
          </a:prstGeom>
        </p:spPr>
        <p:txBody>
          <a:bodyPr>
            <a:noAutofit/>
          </a:bodyPr>
          <a:lstStyle>
            <a:lvl1pPr>
              <a:lnSpc>
                <a:spcPts val="1600"/>
              </a:lnSpc>
              <a:defRPr sz="1400">
                <a:solidFill>
                  <a:schemeClr val="bg2"/>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p:txBody>
      </p:sp>
      <p:sp>
        <p:nvSpPr>
          <p:cNvPr id="30" name="Text Placeholder 3">
            <a:extLst>
              <a:ext uri="{FF2B5EF4-FFF2-40B4-BE49-F238E27FC236}">
                <a16:creationId xmlns:a16="http://schemas.microsoft.com/office/drawing/2014/main" id="{7870C889-9BBC-4888-812F-9FFA8DFE267E}"/>
              </a:ext>
            </a:extLst>
          </p:cNvPr>
          <p:cNvSpPr>
            <a:spLocks noGrp="1"/>
          </p:cNvSpPr>
          <p:nvPr>
            <p:ph type="body" sz="quarter" idx="10" hasCustomPrompt="1"/>
          </p:nvPr>
        </p:nvSpPr>
        <p:spPr>
          <a:xfrm>
            <a:off x="614424" y="4710546"/>
            <a:ext cx="10977120" cy="1671204"/>
          </a:xfrm>
          <a:prstGeom prst="rect">
            <a:avLst/>
          </a:prstGeom>
        </p:spPr>
        <p:txBody>
          <a:bodyPr/>
          <a:lstStyle>
            <a:lvl2pPr>
              <a:defRPr sz="2000">
                <a:solidFill>
                  <a:schemeClr val="bg2"/>
                </a:solidFill>
              </a:defRPr>
            </a:lvl2pPr>
            <a:lvl3pPr>
              <a:defRPr sz="1800">
                <a:solidFill>
                  <a:schemeClr val="bg2"/>
                </a:solidFill>
              </a:defRPr>
            </a:lvl3pPr>
            <a:lvl4pPr>
              <a:defRPr sz="1600">
                <a:solidFill>
                  <a:schemeClr val="bg2"/>
                </a:solidFill>
              </a:defRPr>
            </a:lvl4pPr>
            <a:lvl5pPr marL="914400" indent="-231775">
              <a:defRPr/>
            </a:lvl5pPr>
          </a:lstStyle>
          <a:p>
            <a:pPr lvl="1"/>
            <a:r>
              <a:rPr lang="en-US"/>
              <a:t>Placeholder</a:t>
            </a:r>
          </a:p>
          <a:p>
            <a:pPr lvl="2"/>
            <a:r>
              <a:rPr lang="en-US"/>
              <a:t>Placeholder</a:t>
            </a:r>
          </a:p>
          <a:p>
            <a:pPr lvl="3"/>
            <a:r>
              <a:rPr lang="en-US"/>
              <a:t>Placeholder</a:t>
            </a:r>
          </a:p>
          <a:p>
            <a:pPr lvl="3"/>
            <a:endParaRPr lang="en-US"/>
          </a:p>
        </p:txBody>
      </p:sp>
      <p:cxnSp>
        <p:nvCxnSpPr>
          <p:cNvPr id="3" name="Conector reto 49">
            <a:extLst>
              <a:ext uri="{FF2B5EF4-FFF2-40B4-BE49-F238E27FC236}">
                <a16:creationId xmlns:a16="http://schemas.microsoft.com/office/drawing/2014/main" id="{6E68317D-4F2D-79CF-848C-3A663637F772}"/>
              </a:ext>
            </a:extLst>
          </p:cNvPr>
          <p:cNvCxnSpPr>
            <a:cxnSpLocks/>
          </p:cNvCxnSpPr>
          <p:nvPr userDrawn="1"/>
        </p:nvCxnSpPr>
        <p:spPr>
          <a:xfrm flipV="1">
            <a:off x="4225411" y="1365740"/>
            <a:ext cx="0" cy="2628901"/>
          </a:xfrm>
          <a:prstGeom prst="line">
            <a:avLst/>
          </a:prstGeom>
          <a:solidFill>
            <a:schemeClr val="tx1"/>
          </a:solidFill>
          <a:ln w="19050" cap="flat">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4" name="Conector reto 49">
            <a:extLst>
              <a:ext uri="{FF2B5EF4-FFF2-40B4-BE49-F238E27FC236}">
                <a16:creationId xmlns:a16="http://schemas.microsoft.com/office/drawing/2014/main" id="{BDE1212A-7E4D-1B29-4869-8EEC69887E3C}"/>
              </a:ext>
            </a:extLst>
          </p:cNvPr>
          <p:cNvCxnSpPr>
            <a:cxnSpLocks/>
          </p:cNvCxnSpPr>
          <p:nvPr userDrawn="1"/>
        </p:nvCxnSpPr>
        <p:spPr>
          <a:xfrm flipV="1">
            <a:off x="7966588" y="1376202"/>
            <a:ext cx="0" cy="2618439"/>
          </a:xfrm>
          <a:prstGeom prst="line">
            <a:avLst/>
          </a:prstGeom>
          <a:solidFill>
            <a:schemeClr val="tx1"/>
          </a:solidFill>
          <a:ln w="19050" cap="flat">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25EF0BF2-274E-68DD-9EAF-CA8FCAE9AF2F}"/>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Tree>
    <p:extLst>
      <p:ext uri="{BB962C8B-B14F-4D97-AF65-F5344CB8AC3E}">
        <p14:creationId xmlns:p14="http://schemas.microsoft.com/office/powerpoint/2010/main" val="3491112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to background text left">
    <p:bg>
      <p:bgPr>
        <a:solidFill>
          <a:schemeClr val="tx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243A941-1286-5A4A-AF31-00267278F236}"/>
              </a:ext>
            </a:extLst>
          </p:cNvPr>
          <p:cNvSpPr>
            <a:spLocks noGrp="1"/>
          </p:cNvSpPr>
          <p:nvPr>
            <p:ph type="pic" sz="quarter" idx="15" hasCustomPrompt="1"/>
          </p:nvPr>
        </p:nvSpPr>
        <p:spPr>
          <a:xfrm>
            <a:off x="0" y="0"/>
            <a:ext cx="12192000" cy="6858000"/>
          </a:xfrm>
          <a:solidFill>
            <a:schemeClr val="tx1"/>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2" name="Title 1">
            <a:extLst>
              <a:ext uri="{FF2B5EF4-FFF2-40B4-BE49-F238E27FC236}">
                <a16:creationId xmlns:a16="http://schemas.microsoft.com/office/drawing/2014/main" id="{7905615E-ED10-48EB-ABF4-872D7AA4791A}"/>
              </a:ext>
            </a:extLst>
          </p:cNvPr>
          <p:cNvSpPr>
            <a:spLocks noGrp="1"/>
          </p:cNvSpPr>
          <p:nvPr>
            <p:ph type="title" hasCustomPrompt="1"/>
          </p:nvPr>
        </p:nvSpPr>
        <p:spPr>
          <a:xfrm>
            <a:off x="767407" y="980728"/>
            <a:ext cx="5832649" cy="530569"/>
          </a:xfrm>
        </p:spPr>
        <p:txBody>
          <a:bodyPr/>
          <a:lstStyle>
            <a:lvl1pPr>
              <a:defRPr sz="4000" b="1">
                <a:solidFill>
                  <a:schemeClr val="bg1"/>
                </a:solidFill>
              </a:defRPr>
            </a:lvl1pPr>
          </a:lstStyle>
          <a:p>
            <a:r>
              <a:rPr lang="en-US" noProof="0"/>
              <a:t>Title</a:t>
            </a:r>
          </a:p>
        </p:txBody>
      </p:sp>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p:nvPr>
        </p:nvSpPr>
        <p:spPr>
          <a:xfrm>
            <a:off x="766763" y="1773238"/>
            <a:ext cx="5834062" cy="4535487"/>
          </a:xfrm>
        </p:spPr>
        <p:txBody>
          <a:bodyPr/>
          <a:lstStyle>
            <a:lvl1pPr>
              <a:lnSpc>
                <a:spcPct val="113000"/>
              </a:lnSpc>
              <a:spcBef>
                <a:spcPts val="900"/>
              </a:spcBef>
              <a:spcAft>
                <a:spcPts val="600"/>
              </a:spcAft>
              <a:defRPr sz="1900">
                <a:solidFill>
                  <a:schemeClr val="bg1"/>
                </a:solidFill>
              </a:defRPr>
            </a:lvl1pPr>
            <a:lvl2pPr>
              <a:buClr>
                <a:schemeClr val="bg1"/>
              </a:buClr>
              <a:defRPr sz="18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ext Placeholder 10">
            <a:extLst>
              <a:ext uri="{FF2B5EF4-FFF2-40B4-BE49-F238E27FC236}">
                <a16:creationId xmlns:a16="http://schemas.microsoft.com/office/drawing/2014/main" id="{BB1BB755-0ECF-3E94-5E8B-138DCEF43818}"/>
              </a:ext>
            </a:extLst>
          </p:cNvPr>
          <p:cNvSpPr>
            <a:spLocks noGrp="1"/>
          </p:cNvSpPr>
          <p:nvPr>
            <p:ph type="body" sz="quarter" idx="14"/>
          </p:nvPr>
        </p:nvSpPr>
        <p:spPr>
          <a:xfrm>
            <a:off x="407988" y="579439"/>
            <a:ext cx="6192068" cy="401290"/>
          </a:xfrm>
        </p:spPr>
        <p:txBody>
          <a:bodyPr/>
          <a:lstStyle>
            <a:lvl1pPr>
              <a:defRPr>
                <a:solidFill>
                  <a:schemeClr val="bg1"/>
                </a:solidFill>
              </a:defRPr>
            </a:lvl1pPr>
            <a:lvl2pPr marL="0" indent="0">
              <a:buClr>
                <a:schemeClr val="bg1"/>
              </a:buClr>
              <a:buFont typeface="Wingdings" panose="05000000000000000000" pitchFamily="2" charset="2"/>
              <a:buNone/>
              <a:defRPr>
                <a:solidFill>
                  <a:schemeClr val="bg1"/>
                </a:solidFill>
              </a:defRPr>
            </a:lvl2pPr>
            <a:lvl3pPr marL="542925" indent="-276225">
              <a:buClr>
                <a:schemeClr val="bg1"/>
              </a:buClr>
              <a:buFont typeface="Wingdings" panose="05000000000000000000" pitchFamily="2" charset="2"/>
              <a:buChar char="§"/>
              <a:defRPr>
                <a:solidFill>
                  <a:schemeClr val="bg1"/>
                </a:solidFill>
              </a:defRPr>
            </a:lvl3pPr>
            <a:lvl4pPr marL="809625" indent="-266700">
              <a:buClr>
                <a:schemeClr val="bg1"/>
              </a:buClr>
              <a:buFont typeface="Wingdings" panose="05000000000000000000" pitchFamily="2" charset="2"/>
              <a:buChar char="§"/>
              <a:defRPr>
                <a:solidFill>
                  <a:schemeClr val="bg1"/>
                </a:solidFill>
              </a:defRPr>
            </a:lvl4pPr>
            <a:lvl5pPr marL="1076325" indent="-266700">
              <a:buClr>
                <a:schemeClr val="bg1"/>
              </a:buClr>
              <a:buFont typeface="Wingdings" panose="05000000000000000000" pitchFamily="2" charset="2"/>
              <a:buChar cha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4435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150"/>
                                        <p:tgtEl>
                                          <p:spTgt spid="13"/>
                                        </p:tgtEl>
                                      </p:cBhvr>
                                    </p:animEffect>
                                  </p:childTnLst>
                                </p:cTn>
                              </p:par>
                              <p:par>
                                <p:cTn id="8" presetID="6" presetClass="emph" presetSubtype="0" fill="hold" grpId="1" nodeType="withEffect">
                                  <p:stCondLst>
                                    <p:cond delay="0"/>
                                  </p:stCondLst>
                                  <p:childTnLst>
                                    <p:animScale>
                                      <p:cBhvr>
                                        <p:cTn id="9" dur="400" fill="hold"/>
                                        <p:tgtEl>
                                          <p:spTgt spid="13"/>
                                        </p:tgtEl>
                                      </p:cBhvr>
                                      <p:by x="120000" y="120000"/>
                                    </p:animScale>
                                  </p:childTnLst>
                                </p:cTn>
                              </p:par>
                              <p:par>
                                <p:cTn id="10" presetID="6" presetClass="emph" presetSubtype="0" decel="100000" fill="hold" grpId="2" nodeType="withEffect">
                                  <p:stCondLst>
                                    <p:cond delay="500"/>
                                  </p:stCondLst>
                                  <p:childTnLst>
                                    <p:animScale>
                                      <p:cBhvr>
                                        <p:cTn id="11" dur="4050" fill="hold"/>
                                        <p:tgtEl>
                                          <p:spTgt spid="13"/>
                                        </p:tgtEl>
                                      </p:cBhvr>
                                      <p:by x="84000" y="8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to background quotation left">
    <p:bg>
      <p:bgPr>
        <a:solidFill>
          <a:schemeClr val="tx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243A941-1286-5A4A-AF31-00267278F236}"/>
              </a:ext>
            </a:extLst>
          </p:cNvPr>
          <p:cNvSpPr>
            <a:spLocks noGrp="1"/>
          </p:cNvSpPr>
          <p:nvPr>
            <p:ph type="pic" sz="quarter" idx="15" hasCustomPrompt="1"/>
          </p:nvPr>
        </p:nvSpPr>
        <p:spPr>
          <a:xfrm>
            <a:off x="0" y="0"/>
            <a:ext cx="12192000" cy="6858000"/>
          </a:xfrm>
          <a:solidFill>
            <a:schemeClr val="tx1"/>
          </a:solidFill>
        </p:spPr>
        <p:txBody>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a:t>
            </a:r>
          </a:p>
          <a:p>
            <a:endParaRPr lang="de-DE"/>
          </a:p>
        </p:txBody>
      </p:sp>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p:nvPr>
        </p:nvSpPr>
        <p:spPr>
          <a:xfrm>
            <a:off x="1214437" y="1700808"/>
            <a:ext cx="3657427" cy="4607917"/>
          </a:xfrm>
        </p:spPr>
        <p:txBody>
          <a:bodyPr/>
          <a:lstStyle>
            <a:lvl1pPr>
              <a:lnSpc>
                <a:spcPct val="113000"/>
              </a:lnSpc>
              <a:spcBef>
                <a:spcPts val="900"/>
              </a:spcBef>
              <a:spcAft>
                <a:spcPts val="600"/>
              </a:spcAft>
              <a:defRPr sz="1900">
                <a:solidFill>
                  <a:schemeClr val="bg2"/>
                </a:solidFill>
              </a:defRPr>
            </a:lvl1pPr>
            <a:lvl2pPr>
              <a:buClr>
                <a:schemeClr val="accent2"/>
              </a:buClr>
              <a:defRPr sz="1800">
                <a:solidFill>
                  <a:schemeClr val="bg2"/>
                </a:solidFill>
              </a:defRPr>
            </a:lvl2pPr>
            <a:lvl3pPr>
              <a:buClr>
                <a:schemeClr val="accent2"/>
              </a:buClr>
              <a:defRPr sz="1600">
                <a:solidFill>
                  <a:schemeClr val="bg2"/>
                </a:solidFill>
              </a:defRPr>
            </a:lvl3pPr>
            <a:lvl4pPr>
              <a:buClr>
                <a:schemeClr val="accent2"/>
              </a:buClr>
              <a:defRPr sz="1400">
                <a:solidFill>
                  <a:schemeClr val="bg2"/>
                </a:solidFill>
              </a:defRPr>
            </a:lvl4pPr>
            <a:lvl5pPr>
              <a:buClr>
                <a:schemeClr val="accent2"/>
              </a:buClr>
              <a:defRPr sz="1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117350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150"/>
                                        <p:tgtEl>
                                          <p:spTgt spid="13"/>
                                        </p:tgtEl>
                                      </p:cBhvr>
                                    </p:animEffect>
                                  </p:childTnLst>
                                </p:cTn>
                              </p:par>
                              <p:par>
                                <p:cTn id="8" presetID="6" presetClass="emph" presetSubtype="0" fill="hold" grpId="1" nodeType="withEffect">
                                  <p:stCondLst>
                                    <p:cond delay="0"/>
                                  </p:stCondLst>
                                  <p:childTnLst>
                                    <p:animScale>
                                      <p:cBhvr>
                                        <p:cTn id="9" dur="400" fill="hold"/>
                                        <p:tgtEl>
                                          <p:spTgt spid="13"/>
                                        </p:tgtEl>
                                      </p:cBhvr>
                                      <p:by x="120000" y="120000"/>
                                    </p:animScale>
                                  </p:childTnLst>
                                </p:cTn>
                              </p:par>
                              <p:par>
                                <p:cTn id="10" presetID="6" presetClass="emph" presetSubtype="0" decel="100000" fill="hold" grpId="2" nodeType="withEffect">
                                  <p:stCondLst>
                                    <p:cond delay="500"/>
                                  </p:stCondLst>
                                  <p:childTnLst>
                                    <p:animScale>
                                      <p:cBhvr>
                                        <p:cTn id="11" dur="4050" fill="hold"/>
                                        <p:tgtEl>
                                          <p:spTgt spid="13"/>
                                        </p:tgtEl>
                                      </p:cBhvr>
                                      <p:by x="84000" y="8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to wide image shape right - 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4FF3428-FF08-2F20-2F70-8581BCB0CB47}"/>
              </a:ext>
            </a:extLst>
          </p:cNvPr>
          <p:cNvSpPr>
            <a:spLocks noGrp="1"/>
          </p:cNvSpPr>
          <p:nvPr>
            <p:ph type="pic" sz="quarter" idx="15" hasCustomPrompt="1"/>
          </p:nvPr>
        </p:nvSpPr>
        <p:spPr>
          <a:xfrm>
            <a:off x="6578650" y="1"/>
            <a:ext cx="5613350" cy="6100647"/>
          </a:xfrm>
          <a:custGeom>
            <a:avLst/>
            <a:gdLst>
              <a:gd name="connsiteX0" fmla="*/ 0 w 5613350"/>
              <a:gd name="connsiteY0" fmla="*/ 0 h 6100647"/>
              <a:gd name="connsiteX1" fmla="*/ 5613350 w 5613350"/>
              <a:gd name="connsiteY1" fmla="*/ 0 h 6100647"/>
              <a:gd name="connsiteX2" fmla="*/ 5613350 w 5613350"/>
              <a:gd name="connsiteY2" fmla="*/ 6100647 h 6100647"/>
              <a:gd name="connsiteX3" fmla="*/ 5600499 w 5613350"/>
              <a:gd name="connsiteY3" fmla="*/ 6098703 h 6100647"/>
              <a:gd name="connsiteX4" fmla="*/ 2634838 w 5613350"/>
              <a:gd name="connsiteY4" fmla="*/ 5536471 h 6100647"/>
              <a:gd name="connsiteX5" fmla="*/ 0 w 5613350"/>
              <a:gd name="connsiteY5" fmla="*/ 4905357 h 610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3350" h="6100647">
                <a:moveTo>
                  <a:pt x="0" y="0"/>
                </a:moveTo>
                <a:lnTo>
                  <a:pt x="5613350" y="0"/>
                </a:lnTo>
                <a:lnTo>
                  <a:pt x="5613350" y="6100647"/>
                </a:lnTo>
                <a:lnTo>
                  <a:pt x="5600499" y="6098703"/>
                </a:lnTo>
                <a:cubicBezTo>
                  <a:pt x="5409873" y="6067965"/>
                  <a:pt x="3457927" y="5712479"/>
                  <a:pt x="2634838" y="5536471"/>
                </a:cubicBezTo>
                <a:cubicBezTo>
                  <a:pt x="1670640" y="5335662"/>
                  <a:pt x="792362" y="5125292"/>
                  <a:pt x="0" y="4905357"/>
                </a:cubicBezTo>
                <a:close/>
              </a:path>
            </a:pathLst>
          </a:custGeom>
          <a:solidFill>
            <a:schemeClr val="bg2">
              <a:lumMod val="90000"/>
            </a:schemeClr>
          </a:solidFill>
        </p:spPr>
        <p:txBody>
          <a:bodyPr wrap="square">
            <a:noAutofit/>
          </a:bodyPr>
          <a:lstStyle>
            <a:lvl1pPr marL="0" marR="0" indent="0" algn="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solidFill>
                  <a:schemeClr val="bg2"/>
                </a:solidFill>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and </a:t>
            </a:r>
            <a:r>
              <a:rPr lang="de-DE" err="1"/>
              <a:t>insert</a:t>
            </a:r>
            <a:r>
              <a:rPr lang="de-DE"/>
              <a:t> </a:t>
            </a:r>
            <a:r>
              <a:rPr lang="de-DE" err="1"/>
              <a:t>image</a:t>
            </a:r>
            <a:endParaRPr lang="de-DE"/>
          </a:p>
        </p:txBody>
      </p:sp>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p:nvPr>
        </p:nvSpPr>
        <p:spPr>
          <a:xfrm>
            <a:off x="604839" y="1844824"/>
            <a:ext cx="5491162" cy="4463901"/>
          </a:xfrm>
        </p:spPr>
        <p:txBody>
          <a:bodyPr/>
          <a:lstStyle>
            <a:lvl1pPr>
              <a:lnSpc>
                <a:spcPct val="113000"/>
              </a:lnSpc>
              <a:spcBef>
                <a:spcPts val="900"/>
              </a:spcBef>
              <a:spcAft>
                <a:spcPts val="600"/>
              </a:spcAft>
              <a:defRPr sz="1900">
                <a:solidFill>
                  <a:schemeClr val="bg2"/>
                </a:solidFill>
              </a:defRPr>
            </a:lvl1pPr>
            <a:lvl2pPr>
              <a:buClr>
                <a:schemeClr val="accent2"/>
              </a:buClr>
              <a:defRPr sz="1800">
                <a:solidFill>
                  <a:schemeClr val="bg2"/>
                </a:solidFill>
              </a:defRPr>
            </a:lvl2pPr>
            <a:lvl3pPr>
              <a:buClr>
                <a:schemeClr val="accent2"/>
              </a:buClr>
              <a:defRPr sz="1600">
                <a:solidFill>
                  <a:schemeClr val="bg2"/>
                </a:solidFill>
              </a:defRPr>
            </a:lvl3pPr>
            <a:lvl4pPr>
              <a:buClr>
                <a:schemeClr val="accent2"/>
              </a:buClr>
              <a:defRPr sz="1400">
                <a:solidFill>
                  <a:schemeClr val="bg2"/>
                </a:solidFill>
              </a:defRPr>
            </a:lvl4pPr>
            <a:lvl5pPr>
              <a:buClr>
                <a:schemeClr val="accent2"/>
              </a:buClr>
              <a:defRPr sz="1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ext Placeholder 10">
            <a:extLst>
              <a:ext uri="{FF2B5EF4-FFF2-40B4-BE49-F238E27FC236}">
                <a16:creationId xmlns:a16="http://schemas.microsoft.com/office/drawing/2014/main" id="{BB1BB755-0ECF-3E94-5E8B-138DCEF43818}"/>
              </a:ext>
            </a:extLst>
          </p:cNvPr>
          <p:cNvSpPr>
            <a:spLocks noGrp="1"/>
          </p:cNvSpPr>
          <p:nvPr>
            <p:ph type="body" sz="quarter" idx="14"/>
          </p:nvPr>
        </p:nvSpPr>
        <p:spPr>
          <a:xfrm>
            <a:off x="604837" y="1330673"/>
            <a:ext cx="5491163" cy="401290"/>
          </a:xfrm>
        </p:spPr>
        <p:txBody>
          <a:bodyPr/>
          <a:lstStyle>
            <a:lvl1pPr>
              <a:defRPr b="1">
                <a:solidFill>
                  <a:schemeClr val="bg2"/>
                </a:solidFill>
                <a:latin typeface="+mj-lt"/>
              </a:defRPr>
            </a:lvl1pPr>
            <a:lvl2pPr marL="0" indent="0">
              <a:buClr>
                <a:schemeClr val="bg1"/>
              </a:buClr>
              <a:buFont typeface="Wingdings" panose="05000000000000000000" pitchFamily="2" charset="2"/>
              <a:buNone/>
              <a:defRPr>
                <a:solidFill>
                  <a:schemeClr val="bg1"/>
                </a:solidFill>
              </a:defRPr>
            </a:lvl2pPr>
            <a:lvl3pPr marL="542925" indent="-276225">
              <a:buClr>
                <a:schemeClr val="bg1"/>
              </a:buClr>
              <a:buFont typeface="Wingdings" panose="05000000000000000000" pitchFamily="2" charset="2"/>
              <a:buChar char="§"/>
              <a:defRPr>
                <a:solidFill>
                  <a:schemeClr val="bg1"/>
                </a:solidFill>
              </a:defRPr>
            </a:lvl3pPr>
            <a:lvl4pPr marL="809625" indent="-266700">
              <a:buClr>
                <a:schemeClr val="bg1"/>
              </a:buClr>
              <a:buFont typeface="Wingdings" panose="05000000000000000000" pitchFamily="2" charset="2"/>
              <a:buChar char="§"/>
              <a:defRPr>
                <a:solidFill>
                  <a:schemeClr val="bg1"/>
                </a:solidFill>
              </a:defRPr>
            </a:lvl4pPr>
            <a:lvl5pPr marL="1076325" indent="-266700">
              <a:buClr>
                <a:schemeClr val="bg1"/>
              </a:buClr>
              <a:buFont typeface="Wingdings" panose="05000000000000000000" pitchFamily="2" charset="2"/>
              <a:buChar char="§"/>
              <a:defRPr>
                <a:solidFill>
                  <a:schemeClr val="bg1"/>
                </a:solidFill>
              </a:defRPr>
            </a:lvl5pPr>
          </a:lstStyle>
          <a:p>
            <a:pPr lvl="0"/>
            <a:r>
              <a:rPr lang="en-US"/>
              <a:t>Click to edit Master text styles</a:t>
            </a:r>
          </a:p>
        </p:txBody>
      </p:sp>
      <p:sp>
        <p:nvSpPr>
          <p:cNvPr id="12" name="Title 11">
            <a:extLst>
              <a:ext uri="{FF2B5EF4-FFF2-40B4-BE49-F238E27FC236}">
                <a16:creationId xmlns:a16="http://schemas.microsoft.com/office/drawing/2014/main" id="{7AD1E7F8-282F-7272-F9F4-8FE3862765D3}"/>
              </a:ext>
            </a:extLst>
          </p:cNvPr>
          <p:cNvSpPr>
            <a:spLocks noGrp="1"/>
          </p:cNvSpPr>
          <p:nvPr>
            <p:ph type="title"/>
          </p:nvPr>
        </p:nvSpPr>
        <p:spPr>
          <a:xfrm>
            <a:off x="604837" y="155737"/>
            <a:ext cx="5707187" cy="950719"/>
          </a:xfrm>
        </p:spPr>
        <p:txBody>
          <a:bodyPr/>
          <a:lstStyle>
            <a:lvl1pPr>
              <a:defRPr>
                <a:solidFill>
                  <a:schemeClr val="bg2"/>
                </a:solidFill>
              </a:defRPr>
            </a:lvl1pPr>
          </a:lstStyle>
          <a:p>
            <a:r>
              <a:rPr lang="en-US"/>
              <a:t>Click to edit Master title style</a:t>
            </a:r>
            <a:endParaRPr lang="de-DE"/>
          </a:p>
        </p:txBody>
      </p:sp>
    </p:spTree>
    <p:extLst>
      <p:ext uri="{BB962C8B-B14F-4D97-AF65-F5344CB8AC3E}">
        <p14:creationId xmlns:p14="http://schemas.microsoft.com/office/powerpoint/2010/main" val="1506897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to wide image shape right - 2">
    <p:bg>
      <p:bgPr>
        <a:solidFill>
          <a:schemeClr val="tx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FF89082-952B-C0AF-EED5-7E176E0B2EE7}"/>
              </a:ext>
            </a:extLst>
          </p:cNvPr>
          <p:cNvSpPr>
            <a:spLocks noGrp="1"/>
          </p:cNvSpPr>
          <p:nvPr>
            <p:ph type="body" sz="quarter" idx="13" hasCustomPrompt="1"/>
          </p:nvPr>
        </p:nvSpPr>
        <p:spPr>
          <a:xfrm>
            <a:off x="604838" y="1330672"/>
            <a:ext cx="7291361" cy="4978053"/>
          </a:xfrm>
        </p:spPr>
        <p:txBody>
          <a:bodyPr numCol="2" spcCol="252000"/>
          <a:lstStyle>
            <a:lvl1pPr>
              <a:lnSpc>
                <a:spcPct val="113000"/>
              </a:lnSpc>
              <a:spcBef>
                <a:spcPts val="900"/>
              </a:spcBef>
              <a:spcAft>
                <a:spcPts val="600"/>
              </a:spcAft>
              <a:defRPr lang="en-GB" sz="2400" b="1" kern="1200" spc="-20" baseline="0" dirty="0">
                <a:solidFill>
                  <a:schemeClr val="bg2"/>
                </a:solidFill>
                <a:latin typeface="+mj-lt"/>
                <a:ea typeface="+mn-ea"/>
                <a:cs typeface="+mn-cs"/>
              </a:defRPr>
            </a:lvl1pPr>
            <a:lvl2pPr marL="0" indent="0">
              <a:lnSpc>
                <a:spcPct val="110000"/>
              </a:lnSpc>
              <a:buClr>
                <a:schemeClr val="accent2"/>
              </a:buClr>
              <a:buNone/>
              <a:defRPr lang="en-GB" sz="1900" kern="1200" spc="-20" baseline="0" dirty="0">
                <a:solidFill>
                  <a:schemeClr val="bg2"/>
                </a:solidFill>
                <a:latin typeface="+mn-lt"/>
                <a:ea typeface="+mn-ea"/>
                <a:cs typeface="+mn-cs"/>
              </a:defRPr>
            </a:lvl2pPr>
            <a:lvl3pPr marL="285750" indent="-285750">
              <a:buClr>
                <a:schemeClr val="accent2"/>
              </a:buClr>
              <a:defRPr sz="1600">
                <a:solidFill>
                  <a:schemeClr val="tx1"/>
                </a:solidFill>
              </a:defRPr>
            </a:lvl3pPr>
            <a:lvl4pPr>
              <a:buClr>
                <a:schemeClr val="accent2"/>
              </a:buClr>
              <a:defRPr sz="1400">
                <a:solidFill>
                  <a:schemeClr val="tx1"/>
                </a:solidFill>
              </a:defRPr>
            </a:lvl4pPr>
            <a:lvl5pPr>
              <a:buClr>
                <a:schemeClr val="accent2"/>
              </a:buClr>
              <a:defRPr sz="1400">
                <a:solidFill>
                  <a:schemeClr val="tx1"/>
                </a:solidFill>
              </a:defRPr>
            </a:lvl5pPr>
          </a:lstStyle>
          <a:p>
            <a:pPr marL="0" lvl="0" indent="0" algn="l" defTabSz="828000" rtl="0" eaLnBrk="1" latinLnBrk="0" hangingPunct="1">
              <a:lnSpc>
                <a:spcPct val="105000"/>
              </a:lnSpc>
              <a:spcBef>
                <a:spcPts val="600"/>
              </a:spcBef>
              <a:spcAft>
                <a:spcPts val="0"/>
              </a:spcAft>
              <a:buClr>
                <a:schemeClr val="accent2"/>
              </a:buClr>
              <a:buFont typeface="Wingdings" panose="05000000000000000000" pitchFamily="2" charset="2"/>
              <a:buNone/>
            </a:pPr>
            <a:r>
              <a:rPr lang="en-US" noProof="0"/>
              <a:t>Subtitle</a:t>
            </a:r>
          </a:p>
          <a:p>
            <a:pPr marL="0" lvl="1" indent="0" algn="l" defTabSz="828000" rtl="0" eaLnBrk="1" latinLnBrk="0" hangingPunct="1">
              <a:lnSpc>
                <a:spcPct val="113000"/>
              </a:lnSpc>
              <a:spcBef>
                <a:spcPts val="900"/>
              </a:spcBef>
              <a:spcAft>
                <a:spcPts val="600"/>
              </a:spcAft>
              <a:buClr>
                <a:schemeClr val="accent2"/>
              </a:buClr>
              <a:buFont typeface="Wingdings" panose="05000000000000000000" pitchFamily="2" charset="2"/>
              <a:buNone/>
            </a:pPr>
            <a:r>
              <a:rPr lang="en-US" noProof="0"/>
              <a:t>Second level</a:t>
            </a:r>
          </a:p>
          <a:p>
            <a:pPr marL="266700" lvl="1" indent="-266700" algn="l" defTabSz="828000" rtl="0" eaLnBrk="1" latinLnBrk="0" hangingPunct="1">
              <a:lnSpc>
                <a:spcPct val="105000"/>
              </a:lnSpc>
              <a:spcBef>
                <a:spcPts val="600"/>
              </a:spcBef>
              <a:spcAft>
                <a:spcPts val="0"/>
              </a:spcAft>
              <a:buClr>
                <a:schemeClr val="accent2"/>
              </a:buClr>
              <a:buFont typeface="Wingdings" panose="05000000000000000000" pitchFamily="2" charset="2"/>
              <a:buChar char="§"/>
            </a:pPr>
            <a:r>
              <a:rPr lang="en-US" noProof="0"/>
              <a:t>Third level</a:t>
            </a:r>
          </a:p>
        </p:txBody>
      </p:sp>
      <p:sp>
        <p:nvSpPr>
          <p:cNvPr id="12" name="Title 11">
            <a:extLst>
              <a:ext uri="{FF2B5EF4-FFF2-40B4-BE49-F238E27FC236}">
                <a16:creationId xmlns:a16="http://schemas.microsoft.com/office/drawing/2014/main" id="{7AD1E7F8-282F-7272-F9F4-8FE3862765D3}"/>
              </a:ext>
            </a:extLst>
          </p:cNvPr>
          <p:cNvSpPr>
            <a:spLocks noGrp="1"/>
          </p:cNvSpPr>
          <p:nvPr>
            <p:ph type="title"/>
          </p:nvPr>
        </p:nvSpPr>
        <p:spPr>
          <a:xfrm>
            <a:off x="604837" y="155737"/>
            <a:ext cx="5707187" cy="950719"/>
          </a:xfrm>
        </p:spPr>
        <p:txBody>
          <a:bodyPr/>
          <a:lstStyle>
            <a:lvl1pPr>
              <a:defRPr>
                <a:solidFill>
                  <a:schemeClr val="bg2"/>
                </a:solidFill>
              </a:defRPr>
            </a:lvl1pPr>
          </a:lstStyle>
          <a:p>
            <a:r>
              <a:rPr lang="en-US"/>
              <a:t>Click to edit Master title style</a:t>
            </a:r>
            <a:endParaRPr lang="de-DE"/>
          </a:p>
        </p:txBody>
      </p:sp>
      <p:sp>
        <p:nvSpPr>
          <p:cNvPr id="15" name="Picture Placeholder 14">
            <a:extLst>
              <a:ext uri="{FF2B5EF4-FFF2-40B4-BE49-F238E27FC236}">
                <a16:creationId xmlns:a16="http://schemas.microsoft.com/office/drawing/2014/main" id="{C0DCB06F-8E97-4668-9304-85CB334D05B4}"/>
              </a:ext>
            </a:extLst>
          </p:cNvPr>
          <p:cNvSpPr>
            <a:spLocks noGrp="1"/>
          </p:cNvSpPr>
          <p:nvPr>
            <p:ph type="pic" sz="quarter" idx="15" hasCustomPrompt="1"/>
          </p:nvPr>
        </p:nvSpPr>
        <p:spPr>
          <a:xfrm>
            <a:off x="8133880" y="1"/>
            <a:ext cx="4058120" cy="6100647"/>
          </a:xfrm>
          <a:custGeom>
            <a:avLst/>
            <a:gdLst>
              <a:gd name="connsiteX0" fmla="*/ 0 w 4058120"/>
              <a:gd name="connsiteY0" fmla="*/ 0 h 6100647"/>
              <a:gd name="connsiteX1" fmla="*/ 4058120 w 4058120"/>
              <a:gd name="connsiteY1" fmla="*/ 0 h 6100647"/>
              <a:gd name="connsiteX2" fmla="*/ 4058120 w 4058120"/>
              <a:gd name="connsiteY2" fmla="*/ 6100647 h 6100647"/>
              <a:gd name="connsiteX3" fmla="*/ 4031588 w 4058120"/>
              <a:gd name="connsiteY3" fmla="*/ 6096371 h 6100647"/>
              <a:gd name="connsiteX4" fmla="*/ 1904832 w 4058120"/>
              <a:gd name="connsiteY4" fmla="*/ 5692781 h 6100647"/>
              <a:gd name="connsiteX5" fmla="*/ 0 w 4058120"/>
              <a:gd name="connsiteY5" fmla="*/ 5236523 h 610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8120" h="6100647">
                <a:moveTo>
                  <a:pt x="0" y="0"/>
                </a:moveTo>
                <a:lnTo>
                  <a:pt x="4058120" y="0"/>
                </a:lnTo>
                <a:lnTo>
                  <a:pt x="4058120" y="6100647"/>
                </a:lnTo>
                <a:lnTo>
                  <a:pt x="4031588" y="6096371"/>
                </a:lnTo>
                <a:cubicBezTo>
                  <a:pt x="3820826" y="6060575"/>
                  <a:pt x="2480682" y="5815920"/>
                  <a:pt x="1904832" y="5692781"/>
                </a:cubicBezTo>
                <a:cubicBezTo>
                  <a:pt x="1207774" y="5547608"/>
                  <a:pt x="572831" y="5395523"/>
                  <a:pt x="0" y="5236523"/>
                </a:cubicBezTo>
                <a:close/>
              </a:path>
            </a:pathLst>
          </a:custGeom>
          <a:solidFill>
            <a:schemeClr val="bg2">
              <a:lumMod val="90000"/>
            </a:schemeClr>
          </a:solidFill>
        </p:spPr>
        <p:txBody>
          <a:bodyPr wrap="square">
            <a:noAutofit/>
          </a:bodyPr>
          <a:lstStyle>
            <a:lvl1pPr>
              <a:defRPr>
                <a:solidFill>
                  <a:schemeClr val="bg2"/>
                </a:solidFill>
              </a:defRPr>
            </a:lvl1pPr>
          </a:lstStyle>
          <a:p>
            <a:r>
              <a:rPr lang="en-GB"/>
              <a:t>Click on the icon and insert image</a:t>
            </a:r>
          </a:p>
        </p:txBody>
      </p:sp>
    </p:spTree>
    <p:extLst>
      <p:ext uri="{BB962C8B-B14F-4D97-AF65-F5344CB8AC3E}">
        <p14:creationId xmlns:p14="http://schemas.microsoft.com/office/powerpoint/2010/main" val="3998175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to wide image shape right - 3">
    <p:bg>
      <p:bgPr>
        <a:solidFill>
          <a:schemeClr val="tx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AD1E7F8-282F-7272-F9F4-8FE3862765D3}"/>
              </a:ext>
            </a:extLst>
          </p:cNvPr>
          <p:cNvSpPr>
            <a:spLocks noGrp="1"/>
          </p:cNvSpPr>
          <p:nvPr>
            <p:ph type="title"/>
          </p:nvPr>
        </p:nvSpPr>
        <p:spPr>
          <a:xfrm>
            <a:off x="604838" y="1264111"/>
            <a:ext cx="5491162" cy="276999"/>
          </a:xfrm>
        </p:spPr>
        <p:txBody>
          <a:bodyPr anchor="t">
            <a:spAutoFit/>
          </a:bodyPr>
          <a:lstStyle>
            <a:lvl1pPr>
              <a:defRPr sz="2000" b="1">
                <a:solidFill>
                  <a:schemeClr val="bg2"/>
                </a:solidFill>
              </a:defRPr>
            </a:lvl1pPr>
          </a:lstStyle>
          <a:p>
            <a:r>
              <a:rPr lang="en-US"/>
              <a:t>Click to edit Master title style</a:t>
            </a:r>
            <a:endParaRPr lang="de-DE"/>
          </a:p>
        </p:txBody>
      </p:sp>
      <p:sp>
        <p:nvSpPr>
          <p:cNvPr id="10" name="Picture Placeholder 9">
            <a:extLst>
              <a:ext uri="{FF2B5EF4-FFF2-40B4-BE49-F238E27FC236}">
                <a16:creationId xmlns:a16="http://schemas.microsoft.com/office/drawing/2014/main" id="{7941452F-EACB-BB69-FD64-8552C1114539}"/>
              </a:ext>
            </a:extLst>
          </p:cNvPr>
          <p:cNvSpPr>
            <a:spLocks noGrp="1"/>
          </p:cNvSpPr>
          <p:nvPr>
            <p:ph type="pic" sz="quarter" idx="15" hasCustomPrompt="1"/>
          </p:nvPr>
        </p:nvSpPr>
        <p:spPr>
          <a:xfrm>
            <a:off x="6782543" y="1"/>
            <a:ext cx="5409457" cy="5373214"/>
          </a:xfrm>
          <a:custGeom>
            <a:avLst/>
            <a:gdLst>
              <a:gd name="connsiteX0" fmla="*/ 0 w 5409457"/>
              <a:gd name="connsiteY0" fmla="*/ 0 h 5373214"/>
              <a:gd name="connsiteX1" fmla="*/ 5409457 w 5409457"/>
              <a:gd name="connsiteY1" fmla="*/ 0 h 5373214"/>
              <a:gd name="connsiteX2" fmla="*/ 5409457 w 5409457"/>
              <a:gd name="connsiteY2" fmla="*/ 5373214 h 5373214"/>
              <a:gd name="connsiteX3" fmla="*/ 2340693 w 5409457"/>
              <a:gd name="connsiteY3" fmla="*/ 4866454 h 5373214"/>
              <a:gd name="connsiteX4" fmla="*/ 453 w 5409457"/>
              <a:gd name="connsiteY4" fmla="*/ 2108959 h 5373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9457" h="5373214">
                <a:moveTo>
                  <a:pt x="0" y="0"/>
                </a:moveTo>
                <a:lnTo>
                  <a:pt x="5409457" y="0"/>
                </a:lnTo>
                <a:lnTo>
                  <a:pt x="5409457" y="5373214"/>
                </a:lnTo>
                <a:lnTo>
                  <a:pt x="2340693" y="4866454"/>
                </a:lnTo>
                <a:cubicBezTo>
                  <a:pt x="990966" y="4643652"/>
                  <a:pt x="899" y="3476797"/>
                  <a:pt x="453" y="2108959"/>
                </a:cubicBezTo>
                <a:close/>
              </a:path>
            </a:pathLst>
          </a:custGeom>
          <a:solidFill>
            <a:schemeClr val="bg2">
              <a:lumMod val="90000"/>
            </a:schemeClr>
          </a:solidFill>
        </p:spPr>
        <p:txBody>
          <a:bodyPr wrap="square">
            <a:noAutofit/>
          </a:bodyPr>
          <a:lstStyle>
            <a:lvl1pPr>
              <a:defRPr>
                <a:solidFill>
                  <a:schemeClr val="bg2"/>
                </a:solidFill>
              </a:defRPr>
            </a:lvl1pPr>
          </a:lstStyle>
          <a:p>
            <a:r>
              <a:rPr lang="en-GB"/>
              <a:t>Click on the icon and insert image</a:t>
            </a:r>
          </a:p>
        </p:txBody>
      </p:sp>
      <p:sp>
        <p:nvSpPr>
          <p:cNvPr id="16" name="Text Placeholder 15">
            <a:extLst>
              <a:ext uri="{FF2B5EF4-FFF2-40B4-BE49-F238E27FC236}">
                <a16:creationId xmlns:a16="http://schemas.microsoft.com/office/drawing/2014/main" id="{1747A4A2-C2F8-401B-688B-592DFAD806DA}"/>
              </a:ext>
            </a:extLst>
          </p:cNvPr>
          <p:cNvSpPr>
            <a:spLocks noGrp="1"/>
          </p:cNvSpPr>
          <p:nvPr>
            <p:ph type="body" sz="quarter" idx="16"/>
          </p:nvPr>
        </p:nvSpPr>
        <p:spPr>
          <a:xfrm>
            <a:off x="604838" y="1700213"/>
            <a:ext cx="5491162" cy="2592387"/>
          </a:xfrm>
        </p:spPr>
        <p:txBody>
          <a:bodyPr/>
          <a:lstStyle>
            <a:lvl1pPr>
              <a:defRPr sz="1400">
                <a:solidFill>
                  <a:schemeClr val="bg2"/>
                </a:solidFill>
              </a:defRPr>
            </a:lvl1pPr>
            <a:lvl2pPr marL="176213" indent="-176213">
              <a:defRPr sz="1400">
                <a:solidFill>
                  <a:schemeClr val="bg2"/>
                </a:solidFill>
              </a:defRPr>
            </a:lvl2pPr>
            <a:lvl3pPr marL="354013" indent="-177800">
              <a:defRPr sz="1200">
                <a:solidFill>
                  <a:schemeClr val="bg2"/>
                </a:solidFill>
              </a:defRPr>
            </a:lvl3pPr>
            <a:lvl4pPr marL="541338" indent="-187325">
              <a:defRPr sz="1100">
                <a:solidFill>
                  <a:schemeClr val="bg2"/>
                </a:solidFill>
              </a:defRPr>
            </a:lvl4pPr>
            <a:lvl5pPr marL="717550" indent="-176213">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596905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42" presetClass="path" presetSubtype="0" decel="100000" fill="hold" grpId="1" nodeType="withEffect">
                                  <p:stCondLst>
                                    <p:cond delay="250"/>
                                  </p:stCondLst>
                                  <p:childTnLst>
                                    <p:animMotion origin="layout" path="M 5E-6 -0.07014 L 5E-6 3.33333E-6 " pathEditMode="relative" rAng="0" ptsTypes="AA">
                                      <p:cBhvr>
                                        <p:cTn id="9" dur="2000" fill="hold"/>
                                        <p:tgtEl>
                                          <p:spTgt spid="10"/>
                                        </p:tgtEl>
                                        <p:attrNameLst>
                                          <p:attrName>ppt_x</p:attrName>
                                          <p:attrName>ppt_y</p:attrName>
                                        </p:attrNameLst>
                                      </p:cBhvr>
                                      <p:rCtr x="0" y="349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ation shape 1 background image">
    <p:bg>
      <p:bgPr>
        <a:solidFill>
          <a:schemeClr val="tx1"/>
        </a:solidFill>
        <a:effectLst/>
      </p:bgPr>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C963A4C2-FDBB-B94B-B2BC-350409B057EA}"/>
              </a:ext>
            </a:extLst>
          </p:cNvPr>
          <p:cNvSpPr>
            <a:spLocks noGrp="1"/>
          </p:cNvSpPr>
          <p:nvPr>
            <p:ph type="pic" sz="quarter" idx="10" hasCustomPrompt="1"/>
          </p:nvPr>
        </p:nvSpPr>
        <p:spPr>
          <a:xfrm>
            <a:off x="0" y="0"/>
            <a:ext cx="12192000" cy="6858000"/>
          </a:xfrm>
          <a:solidFill>
            <a:schemeClr val="tx1"/>
          </a:solidFill>
        </p:spPr>
        <p:txBody>
          <a:bodyPr/>
          <a:lstStyle>
            <a:lvl1pPr marL="0" marR="0" indent="0" algn="ctr"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lvl1pPr>
          </a:lstStyle>
          <a:p>
            <a:pPr marL="0" marR="0" lvl="0" indent="0" algn="l" defTabSz="828000" rtl="0" eaLnBrk="1" fontAlgn="auto" latinLnBrk="0" hangingPunct="1">
              <a:lnSpc>
                <a:spcPct val="105000"/>
              </a:lnSpc>
              <a:spcBef>
                <a:spcPts val="600"/>
              </a:spcBef>
              <a:spcAft>
                <a:spcPts val="0"/>
              </a:spcAft>
              <a:buClr>
                <a:schemeClr val="accent2"/>
              </a:buClr>
              <a:buSzTx/>
              <a:buFont typeface="Wingdings" panose="05000000000000000000" pitchFamily="2" charset="2"/>
              <a:buNone/>
              <a:tabLst/>
              <a:defRPr/>
            </a:pPr>
            <a:r>
              <a:rPr lang="de-DE"/>
              <a:t>Click on </a:t>
            </a:r>
            <a:r>
              <a:rPr lang="de-DE" err="1"/>
              <a:t>the</a:t>
            </a:r>
            <a:r>
              <a:rPr lang="de-DE"/>
              <a:t> </a:t>
            </a:r>
            <a:r>
              <a:rPr lang="de-DE" err="1"/>
              <a:t>icon</a:t>
            </a:r>
            <a:r>
              <a:rPr lang="de-DE"/>
              <a:t>, </a:t>
            </a:r>
            <a:r>
              <a:rPr lang="de-DE" err="1"/>
              <a:t>insert</a:t>
            </a:r>
            <a:r>
              <a:rPr lang="de-DE"/>
              <a:t> </a:t>
            </a:r>
            <a:r>
              <a:rPr lang="de-DE" err="1"/>
              <a:t>image</a:t>
            </a:r>
            <a:r>
              <a:rPr lang="de-DE"/>
              <a:t> and send </a:t>
            </a:r>
            <a:r>
              <a:rPr lang="de-DE" err="1"/>
              <a:t>to</a:t>
            </a:r>
            <a:r>
              <a:rPr lang="de-DE"/>
              <a:t> back, </a:t>
            </a:r>
            <a:r>
              <a:rPr lang="de-DE" err="1"/>
              <a:t>if</a:t>
            </a:r>
            <a:r>
              <a:rPr lang="de-DE"/>
              <a:t> </a:t>
            </a:r>
            <a:r>
              <a:rPr lang="de-DE" err="1"/>
              <a:t>illustration</a:t>
            </a:r>
            <a:r>
              <a:rPr lang="de-DE"/>
              <a:t>, </a:t>
            </a:r>
            <a:r>
              <a:rPr lang="de-DE" err="1"/>
              <a:t>adjust</a:t>
            </a:r>
            <a:r>
              <a:rPr lang="de-DE"/>
              <a:t> </a:t>
            </a:r>
            <a:r>
              <a:rPr lang="de-DE" err="1"/>
              <a:t>the</a:t>
            </a:r>
            <a:r>
              <a:rPr lang="de-DE"/>
              <a:t> </a:t>
            </a:r>
            <a:r>
              <a:rPr lang="de-DE" err="1"/>
              <a:t>size</a:t>
            </a:r>
            <a:r>
              <a:rPr lang="de-DE"/>
              <a:t> </a:t>
            </a:r>
            <a:r>
              <a:rPr lang="de-DE" err="1"/>
              <a:t>with</a:t>
            </a:r>
            <a:r>
              <a:rPr lang="de-DE"/>
              <a:t> </a:t>
            </a:r>
            <a:r>
              <a:rPr lang="de-DE" err="1"/>
              <a:t>the</a:t>
            </a:r>
            <a:r>
              <a:rPr lang="de-DE"/>
              <a:t> </a:t>
            </a:r>
            <a:r>
              <a:rPr lang="de-DE" err="1"/>
              <a:t>crop</a:t>
            </a:r>
            <a:r>
              <a:rPr lang="de-DE"/>
              <a:t> </a:t>
            </a:r>
            <a:r>
              <a:rPr lang="de-DE" err="1"/>
              <a:t>tool</a:t>
            </a:r>
            <a:r>
              <a:rPr lang="de-DE"/>
              <a:t> </a:t>
            </a:r>
            <a:r>
              <a:rPr lang="de-DE" err="1"/>
              <a:t>under</a:t>
            </a:r>
            <a:r>
              <a:rPr lang="de-DE"/>
              <a:t> </a:t>
            </a:r>
            <a:r>
              <a:rPr lang="de-DE" err="1"/>
              <a:t>picture</a:t>
            </a:r>
            <a:r>
              <a:rPr lang="de-DE"/>
              <a:t> </a:t>
            </a:r>
            <a:r>
              <a:rPr lang="de-DE" err="1"/>
              <a:t>format</a:t>
            </a:r>
            <a:endParaRPr lang="de-DE"/>
          </a:p>
          <a:p>
            <a:endParaRPr lang="de-DE"/>
          </a:p>
        </p:txBody>
      </p:sp>
      <p:sp>
        <p:nvSpPr>
          <p:cNvPr id="13" name="Text Placeholder 12">
            <a:extLst>
              <a:ext uri="{FF2B5EF4-FFF2-40B4-BE49-F238E27FC236}">
                <a16:creationId xmlns:a16="http://schemas.microsoft.com/office/drawing/2014/main" id="{2720A82A-FE7F-A4A1-557A-1BDFEA98AF14}"/>
              </a:ext>
            </a:extLst>
          </p:cNvPr>
          <p:cNvSpPr>
            <a:spLocks noGrp="1"/>
          </p:cNvSpPr>
          <p:nvPr>
            <p:ph type="body" sz="quarter" idx="17" hasCustomPrompt="1"/>
          </p:nvPr>
        </p:nvSpPr>
        <p:spPr>
          <a:xfrm>
            <a:off x="604838" y="702219"/>
            <a:ext cx="4615587" cy="6155471"/>
          </a:xfrm>
          <a:custGeom>
            <a:avLst/>
            <a:gdLst>
              <a:gd name="connsiteX0" fmla="*/ 0 w 4615587"/>
              <a:gd name="connsiteY0" fmla="*/ 0 h 6155471"/>
              <a:gd name="connsiteX1" fmla="*/ 59561 w 4615587"/>
              <a:gd name="connsiteY1" fmla="*/ 0 h 6155471"/>
              <a:gd name="connsiteX2" fmla="*/ 2618204 w 4615587"/>
              <a:gd name="connsiteY2" fmla="*/ 422407 h 6155471"/>
              <a:gd name="connsiteX3" fmla="*/ 4614693 w 4615587"/>
              <a:gd name="connsiteY3" fmla="*/ 2774880 h 6155471"/>
              <a:gd name="connsiteX4" fmla="*/ 4615587 w 4615587"/>
              <a:gd name="connsiteY4" fmla="*/ 6144066 h 6155471"/>
              <a:gd name="connsiteX5" fmla="*/ 4615587 w 4615587"/>
              <a:gd name="connsiteY5" fmla="*/ 6155471 h 6155471"/>
              <a:gd name="connsiteX6" fmla="*/ 0 w 4615587"/>
              <a:gd name="connsiteY6" fmla="*/ 6155471 h 615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5587" h="6155471">
                <a:moveTo>
                  <a:pt x="0" y="0"/>
                </a:moveTo>
                <a:lnTo>
                  <a:pt x="59561" y="0"/>
                </a:lnTo>
                <a:lnTo>
                  <a:pt x="2618204" y="422407"/>
                </a:lnTo>
                <a:cubicBezTo>
                  <a:pt x="3769589" y="612421"/>
                  <a:pt x="4614336" y="1607885"/>
                  <a:pt x="4614693" y="2774880"/>
                </a:cubicBezTo>
                <a:lnTo>
                  <a:pt x="4615587" y="6144066"/>
                </a:lnTo>
                <a:lnTo>
                  <a:pt x="4615587" y="6155471"/>
                </a:lnTo>
                <a:lnTo>
                  <a:pt x="0" y="6155471"/>
                </a:lnTo>
                <a:close/>
              </a:path>
            </a:pathLst>
          </a:custGeom>
          <a:solidFill>
            <a:schemeClr val="tx2"/>
          </a:solidFill>
        </p:spPr>
        <p:txBody>
          <a:bodyPr vert="horz" wrap="square" lIns="601200" tIns="360000" rIns="144000" bIns="0" rtlCol="0">
            <a:noAutofit/>
          </a:bodyPr>
          <a:lstStyle>
            <a:lvl1pPr>
              <a:defRPr lang="en-GB" sz="2000" dirty="0" smtClean="0">
                <a:solidFill>
                  <a:schemeClr val="bg1"/>
                </a:solidFill>
              </a:defRPr>
            </a:lvl1pPr>
            <a:lvl2pPr>
              <a:defRPr lang="en-GB" sz="2000" dirty="0" smtClean="0">
                <a:solidFill>
                  <a:schemeClr val="accent4"/>
                </a:solidFill>
              </a:defRPr>
            </a:lvl2pPr>
            <a:lvl3pPr>
              <a:defRPr lang="en-GB" sz="1800" dirty="0" smtClean="0">
                <a:solidFill>
                  <a:schemeClr val="bg1"/>
                </a:solidFill>
              </a:defRPr>
            </a:lvl3pPr>
            <a:lvl4pPr>
              <a:defRPr lang="en-GB" sz="1600" dirty="0" smtClean="0">
                <a:solidFill>
                  <a:schemeClr val="bg1"/>
                </a:solidFill>
              </a:defRPr>
            </a:lvl4pPr>
            <a:lvl5pPr>
              <a:defRPr lang="en-GB" sz="1600" dirty="0">
                <a:solidFill>
                  <a:schemeClr val="bg1"/>
                </a:solidFill>
              </a:defRPr>
            </a:lvl5pPr>
          </a:lstStyle>
          <a:p>
            <a:pPr marL="0" lvl="0" indent="-266700">
              <a:buNone/>
            </a:pPr>
            <a:r>
              <a:rPr lang="en-GB"/>
              <a:t> </a:t>
            </a:r>
          </a:p>
        </p:txBody>
      </p:sp>
      <p:sp>
        <p:nvSpPr>
          <p:cNvPr id="3" name="Subtitle 2">
            <a:extLst>
              <a:ext uri="{FF2B5EF4-FFF2-40B4-BE49-F238E27FC236}">
                <a16:creationId xmlns:a16="http://schemas.microsoft.com/office/drawing/2014/main" id="{D8158DA9-6E83-4288-B66B-618094E9562A}"/>
              </a:ext>
            </a:extLst>
          </p:cNvPr>
          <p:cNvSpPr>
            <a:spLocks noGrp="1"/>
          </p:cNvSpPr>
          <p:nvPr>
            <p:ph type="subTitle" idx="1" hasCustomPrompt="1"/>
          </p:nvPr>
        </p:nvSpPr>
        <p:spPr bwMode="white">
          <a:xfrm>
            <a:off x="1222497" y="2852936"/>
            <a:ext cx="3793383" cy="3456384"/>
          </a:xfrm>
          <a:prstGeom prst="rect">
            <a:avLst/>
          </a:prstGeom>
        </p:spPr>
        <p:txBody>
          <a:bodyPr lIns="0" tIns="0" rIns="36000" bIns="0">
            <a:normAutofit/>
          </a:bodyPr>
          <a:lstStyle>
            <a:lvl1pPr marL="0" indent="0" algn="l">
              <a:lnSpc>
                <a:spcPct val="113000"/>
              </a:lnSpc>
              <a:spcBef>
                <a:spcPts val="600"/>
              </a:spcBef>
              <a:spcAft>
                <a:spcPts val="600"/>
              </a:spcAft>
              <a:buNone/>
              <a:defRPr sz="1900" spc="-20" baseline="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 text here</a:t>
            </a:r>
          </a:p>
        </p:txBody>
      </p:sp>
      <p:sp>
        <p:nvSpPr>
          <p:cNvPr id="14" name="Text Placeholder 11">
            <a:extLst>
              <a:ext uri="{FF2B5EF4-FFF2-40B4-BE49-F238E27FC236}">
                <a16:creationId xmlns:a16="http://schemas.microsoft.com/office/drawing/2014/main" id="{9CF73C65-8D39-9A61-90C3-394B25062AEB}"/>
              </a:ext>
            </a:extLst>
          </p:cNvPr>
          <p:cNvSpPr>
            <a:spLocks noGrp="1"/>
          </p:cNvSpPr>
          <p:nvPr>
            <p:ph type="body" sz="quarter" idx="18"/>
          </p:nvPr>
        </p:nvSpPr>
        <p:spPr>
          <a:xfrm>
            <a:off x="1218506" y="1757028"/>
            <a:ext cx="1072220" cy="708321"/>
          </a:xfrm>
          <a:blipFill dpi="0" rotWithShape="1">
            <a:blip>
              <a:alphaModFix amt="50000"/>
              <a:extLst>
                <a:ext uri="{96DAC541-7B7A-43D3-8B79-37D633B846F1}">
                  <asvg:svgBlip xmlns:asvg="http://schemas.microsoft.com/office/drawing/2016/SVG/main" r:embed="rId2"/>
                </a:ext>
              </a:extLst>
            </a:blip>
            <a:srcRect/>
            <a:stretch>
              <a:fillRect/>
            </a:stretch>
          </a:blipFill>
        </p:spPr>
        <p:txBody>
          <a:bodyPr/>
          <a:lstStyle>
            <a:lvl1pPr>
              <a:defRPr sz="14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endParaRPr lang="en-GB"/>
          </a:p>
        </p:txBody>
      </p:sp>
    </p:spTree>
    <p:extLst>
      <p:ext uri="{BB962C8B-B14F-4D97-AF65-F5344CB8AC3E}">
        <p14:creationId xmlns:p14="http://schemas.microsoft.com/office/powerpoint/2010/main" val="4521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42" presetClass="path" presetSubtype="0" decel="76000" fill="hold" grpId="1" nodeType="withEffect">
                                  <p:stCondLst>
                                    <p:cond delay="0"/>
                                  </p:stCondLst>
                                  <p:childTnLst>
                                    <p:animMotion origin="layout" path="M -2.08333E-6 0.08264 L -2.08333E-6 2.59259E-6 " pathEditMode="relative" rAng="0" ptsTypes="AA">
                                      <p:cBhvr>
                                        <p:cTn id="9" dur="2000" fill="hold"/>
                                        <p:tgtEl>
                                          <p:spTgt spid="13"/>
                                        </p:tgtEl>
                                        <p:attrNameLst>
                                          <p:attrName>ppt_x</p:attrName>
                                          <p:attrName>ppt_y</p:attrName>
                                        </p:attrNameLst>
                                      </p:cBhvr>
                                      <p:rCtr x="0" y="-4144"/>
                                    </p:animMotion>
                                  </p:childTnLst>
                                </p:cTn>
                              </p:par>
                              <p:par>
                                <p:cTn id="10" presetID="10" presetClass="entr" presetSubtype="0" fill="hold" grpId="0" nodeType="withEffect">
                                  <p:stCondLst>
                                    <p:cond delay="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childTnLst>
                </p:cTn>
              </p:par>
            </p:tnLst>
          </p:tmpl>
        </p:tmplLst>
      </p:bldP>
      <p:bldP spid="13" grpId="1" animBg="1">
        <p:tmplLst>
          <p:tmpl>
            <p:tnLst>
              <p:par>
                <p:cTn presetID="42" presetClass="path" presetSubtype="0" decel="76000" fill="hold" nodeType="withEffect">
                  <p:stCondLst>
                    <p:cond delay="0"/>
                  </p:stCondLst>
                  <p:childTnLst>
                    <p:animMotion origin="layout" path="M -2.08333E-6 0.08264 L -2.08333E-6 2.59259E-6 " pathEditMode="relative" rAng="0" ptsTypes="AA">
                      <p:cBhvr>
                        <p:cTn dur="2000" fill="hold"/>
                        <p:tgtEl>
                          <p:spTgt spid="13"/>
                        </p:tgtEl>
                        <p:attrNameLst>
                          <p:attrName>ppt_x</p:attrName>
                          <p:attrName>ppt_y</p:attrName>
                        </p:attrNameLst>
                      </p:cBhvr>
                      <p:rCtr x="0" y="-4144"/>
                    </p:animMotion>
                  </p:childTnLst>
                </p:cTn>
              </p:par>
            </p:tnLst>
          </p:tmpl>
        </p:tmplLst>
      </p:bldP>
      <p:bldP spid="3" grpId="0" build="p">
        <p:tmplLst>
          <p:tmpl lvl="1">
            <p:tnLst>
              <p:par>
                <p:cTn presetID="10" presetClass="entr" presetSubtype="0" fill="hold" nodeType="withEffect">
                  <p:stCondLst>
                    <p:cond delay="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14" grpId="0" animBg="1">
        <p:tmplLst>
          <p:tmpl>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act information">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C06D-3F26-F5AF-4DE6-51C8161E5C9C}"/>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13" name="Text Placeholder 12">
            <a:extLst>
              <a:ext uri="{FF2B5EF4-FFF2-40B4-BE49-F238E27FC236}">
                <a16:creationId xmlns:a16="http://schemas.microsoft.com/office/drawing/2014/main" id="{EB948FA4-7C96-BAEA-7F11-268ABCDDE68E}"/>
              </a:ext>
            </a:extLst>
          </p:cNvPr>
          <p:cNvSpPr>
            <a:spLocks noGrp="1"/>
          </p:cNvSpPr>
          <p:nvPr>
            <p:ph type="body" sz="quarter" idx="20"/>
          </p:nvPr>
        </p:nvSpPr>
        <p:spPr>
          <a:xfrm>
            <a:off x="604838" y="2400201"/>
            <a:ext cx="3508507" cy="2896739"/>
          </a:xfrm>
          <a:prstGeom prst="roundRect">
            <a:avLst>
              <a:gd name="adj" fmla="val 4610"/>
            </a:avLst>
          </a:prstGeom>
          <a:solidFill>
            <a:schemeClr val="tx2"/>
          </a:solidFill>
          <a:effectLst/>
        </p:spPr>
        <p:txBody>
          <a:bodyPr lIns="180000" tIns="900000" rIns="108000" bIns="108000" anchor="t" anchorCtr="0"/>
          <a:lstStyle>
            <a:lvl1pPr>
              <a:lnSpc>
                <a:spcPct val="100000"/>
              </a:lnSpc>
              <a:spcBef>
                <a:spcPts val="1200"/>
              </a:spcBef>
              <a:defRPr sz="1400">
                <a:solidFill>
                  <a:schemeClr val="bg2"/>
                </a:solidFill>
                <a:latin typeface="+mj-lt"/>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8" name="Picture Placeholder 17">
            <a:extLst>
              <a:ext uri="{FF2B5EF4-FFF2-40B4-BE49-F238E27FC236}">
                <a16:creationId xmlns:a16="http://schemas.microsoft.com/office/drawing/2014/main" id="{EC1A94F9-DC7A-4538-8277-70A44CA10105}"/>
              </a:ext>
            </a:extLst>
          </p:cNvPr>
          <p:cNvSpPr>
            <a:spLocks noGrp="1" noChangeAspect="1"/>
          </p:cNvSpPr>
          <p:nvPr>
            <p:ph type="pic" sz="quarter" idx="10"/>
          </p:nvPr>
        </p:nvSpPr>
        <p:spPr>
          <a:xfrm>
            <a:off x="1567003" y="1561060"/>
            <a:ext cx="1584176" cy="1584000"/>
          </a:xfrm>
          <a:prstGeom prst="ellipse">
            <a:avLst/>
          </a:prstGeom>
          <a:solidFill>
            <a:srgbClr val="D9D9D9"/>
          </a:solidFill>
        </p:spPr>
        <p:txBody>
          <a:bodyPr anchor="ctr"/>
          <a:lstStyle>
            <a:lvl1pPr algn="ctr">
              <a:defRPr sz="1200">
                <a:solidFill>
                  <a:schemeClr val="bg2"/>
                </a:solidFill>
              </a:defRPr>
            </a:lvl1pPr>
          </a:lstStyle>
          <a:p>
            <a:r>
              <a:rPr lang="en-US" noProof="0"/>
              <a:t>Click icon to add picture</a:t>
            </a:r>
          </a:p>
        </p:txBody>
      </p:sp>
      <p:sp>
        <p:nvSpPr>
          <p:cNvPr id="16" name="Text Placeholder 12">
            <a:extLst>
              <a:ext uri="{FF2B5EF4-FFF2-40B4-BE49-F238E27FC236}">
                <a16:creationId xmlns:a16="http://schemas.microsoft.com/office/drawing/2014/main" id="{019C6C89-625C-E35A-778E-EC65B15B3FC9}"/>
              </a:ext>
            </a:extLst>
          </p:cNvPr>
          <p:cNvSpPr>
            <a:spLocks noGrp="1"/>
          </p:cNvSpPr>
          <p:nvPr>
            <p:ph type="body" sz="quarter" idx="52"/>
          </p:nvPr>
        </p:nvSpPr>
        <p:spPr>
          <a:xfrm>
            <a:off x="4335643" y="2400201"/>
            <a:ext cx="3508507" cy="2896739"/>
          </a:xfrm>
          <a:prstGeom prst="roundRect">
            <a:avLst>
              <a:gd name="adj" fmla="val 4610"/>
            </a:avLst>
          </a:prstGeom>
          <a:solidFill>
            <a:schemeClr val="tx2"/>
          </a:solidFill>
          <a:effectLst/>
        </p:spPr>
        <p:txBody>
          <a:bodyPr lIns="180000" tIns="900000" rIns="108000" bIns="108000" anchor="t" anchorCtr="0"/>
          <a:lstStyle>
            <a:lvl1pPr>
              <a:lnSpc>
                <a:spcPct val="100000"/>
              </a:lnSpc>
              <a:spcBef>
                <a:spcPts val="1200"/>
              </a:spcBef>
              <a:defRPr sz="1400">
                <a:solidFill>
                  <a:schemeClr val="bg2"/>
                </a:solidFill>
                <a:latin typeface="+mj-lt"/>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17" name="Picture Placeholder 17">
            <a:extLst>
              <a:ext uri="{FF2B5EF4-FFF2-40B4-BE49-F238E27FC236}">
                <a16:creationId xmlns:a16="http://schemas.microsoft.com/office/drawing/2014/main" id="{DE55ECA5-2062-D75B-B764-7D3DD0DFBAA8}"/>
              </a:ext>
            </a:extLst>
          </p:cNvPr>
          <p:cNvSpPr>
            <a:spLocks noGrp="1" noChangeAspect="1"/>
          </p:cNvSpPr>
          <p:nvPr>
            <p:ph type="pic" sz="quarter" idx="53"/>
          </p:nvPr>
        </p:nvSpPr>
        <p:spPr>
          <a:xfrm>
            <a:off x="5297808" y="1561060"/>
            <a:ext cx="1584176" cy="1584000"/>
          </a:xfrm>
          <a:prstGeom prst="ellipse">
            <a:avLst/>
          </a:prstGeom>
          <a:solidFill>
            <a:srgbClr val="D9D9D9"/>
          </a:solidFill>
        </p:spPr>
        <p:txBody>
          <a:bodyPr anchor="ctr"/>
          <a:lstStyle>
            <a:lvl1pPr algn="ctr">
              <a:defRPr sz="1200">
                <a:solidFill>
                  <a:schemeClr val="bg2"/>
                </a:solidFill>
              </a:defRPr>
            </a:lvl1pPr>
          </a:lstStyle>
          <a:p>
            <a:r>
              <a:rPr lang="en-US" noProof="0"/>
              <a:t>Click icon to add picture</a:t>
            </a:r>
          </a:p>
        </p:txBody>
      </p:sp>
      <p:sp>
        <p:nvSpPr>
          <p:cNvPr id="20" name="Text Placeholder 12">
            <a:extLst>
              <a:ext uri="{FF2B5EF4-FFF2-40B4-BE49-F238E27FC236}">
                <a16:creationId xmlns:a16="http://schemas.microsoft.com/office/drawing/2014/main" id="{B32FDAE9-9FD8-3A87-84D3-15A423AFE870}"/>
              </a:ext>
            </a:extLst>
          </p:cNvPr>
          <p:cNvSpPr>
            <a:spLocks noGrp="1"/>
          </p:cNvSpPr>
          <p:nvPr>
            <p:ph type="body" sz="quarter" idx="54"/>
          </p:nvPr>
        </p:nvSpPr>
        <p:spPr>
          <a:xfrm>
            <a:off x="8066449" y="2400201"/>
            <a:ext cx="3508507" cy="2896739"/>
          </a:xfrm>
          <a:prstGeom prst="roundRect">
            <a:avLst>
              <a:gd name="adj" fmla="val 4610"/>
            </a:avLst>
          </a:prstGeom>
          <a:solidFill>
            <a:schemeClr val="tx2"/>
          </a:solidFill>
          <a:effectLst/>
        </p:spPr>
        <p:txBody>
          <a:bodyPr lIns="180000" tIns="900000" rIns="108000" bIns="108000" anchor="t" anchorCtr="0"/>
          <a:lstStyle>
            <a:lvl1pPr>
              <a:lnSpc>
                <a:spcPct val="100000"/>
              </a:lnSpc>
              <a:spcBef>
                <a:spcPts val="1200"/>
              </a:spcBef>
              <a:defRPr sz="1400">
                <a:solidFill>
                  <a:schemeClr val="bg2"/>
                </a:solidFill>
                <a:latin typeface="+mj-lt"/>
              </a:defRPr>
            </a:lvl1pPr>
            <a:lvl2pPr marL="0" indent="0">
              <a:buNone/>
              <a:defRPr sz="1800"/>
            </a:lvl2pPr>
            <a:lvl3pPr>
              <a:defRPr sz="1600"/>
            </a:lvl3pPr>
            <a:lvl4pPr>
              <a:defRPr sz="1400"/>
            </a:lvl4pPr>
            <a:lvl5pPr>
              <a:defRPr sz="1400"/>
            </a:lvl5pPr>
          </a:lstStyle>
          <a:p>
            <a:pPr lvl="0"/>
            <a:r>
              <a:rPr lang="en-US"/>
              <a:t>Click to edit Master text styles</a:t>
            </a:r>
          </a:p>
        </p:txBody>
      </p:sp>
      <p:sp>
        <p:nvSpPr>
          <p:cNvPr id="21" name="Picture Placeholder 17">
            <a:extLst>
              <a:ext uri="{FF2B5EF4-FFF2-40B4-BE49-F238E27FC236}">
                <a16:creationId xmlns:a16="http://schemas.microsoft.com/office/drawing/2014/main" id="{81FE45BC-F0E3-A68F-883B-1205B01D7329}"/>
              </a:ext>
            </a:extLst>
          </p:cNvPr>
          <p:cNvSpPr>
            <a:spLocks noGrp="1" noChangeAspect="1"/>
          </p:cNvSpPr>
          <p:nvPr>
            <p:ph type="pic" sz="quarter" idx="55"/>
          </p:nvPr>
        </p:nvSpPr>
        <p:spPr>
          <a:xfrm>
            <a:off x="9028614" y="1561060"/>
            <a:ext cx="1584176" cy="1584000"/>
          </a:xfrm>
          <a:prstGeom prst="ellipse">
            <a:avLst/>
          </a:prstGeom>
          <a:solidFill>
            <a:srgbClr val="D9D9D9"/>
          </a:solidFill>
        </p:spPr>
        <p:txBody>
          <a:bodyPr anchor="ctr"/>
          <a:lstStyle>
            <a:lvl1pPr algn="ctr">
              <a:defRPr sz="1200">
                <a:solidFill>
                  <a:schemeClr val="bg2"/>
                </a:solidFill>
              </a:defRPr>
            </a:lvl1pPr>
          </a:lstStyle>
          <a:p>
            <a:r>
              <a:rPr lang="en-US" noProof="0"/>
              <a:t>Click icon to add picture</a:t>
            </a:r>
          </a:p>
        </p:txBody>
      </p:sp>
    </p:spTree>
    <p:extLst>
      <p:ext uri="{BB962C8B-B14F-4D97-AF65-F5344CB8AC3E}">
        <p14:creationId xmlns:p14="http://schemas.microsoft.com/office/powerpoint/2010/main" val="2317949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loyee Statements">
    <p:bg>
      <p:bgPr>
        <a:solidFill>
          <a:schemeClr val="tx1"/>
        </a:solid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B948FA4-7C96-BAEA-7F11-268ABCDDE68E}"/>
              </a:ext>
            </a:extLst>
          </p:cNvPr>
          <p:cNvSpPr>
            <a:spLocks noGrp="1"/>
          </p:cNvSpPr>
          <p:nvPr>
            <p:ph type="body" sz="quarter" idx="20" hasCustomPrompt="1"/>
          </p:nvPr>
        </p:nvSpPr>
        <p:spPr>
          <a:xfrm>
            <a:off x="604838" y="1844824"/>
            <a:ext cx="3508507" cy="4185875"/>
          </a:xfrm>
          <a:prstGeom prst="roundRect">
            <a:avLst>
              <a:gd name="adj" fmla="val 3535"/>
            </a:avLst>
          </a:prstGeom>
          <a:solidFill>
            <a:schemeClr val="tx2"/>
          </a:solidFill>
          <a:effectLst/>
        </p:spPr>
        <p:txBody>
          <a:bodyPr lIns="180000" tIns="792000" rIns="108000" bIns="108000" anchor="t" anchorCtr="0"/>
          <a:lstStyle>
            <a:lvl1pPr>
              <a:lnSpc>
                <a:spcPct val="100000"/>
              </a:lnSpc>
              <a:spcBef>
                <a:spcPts val="1200"/>
              </a:spcBef>
              <a:defRPr lang="en-GB" sz="2000" kern="1200" spc="-30" dirty="0">
                <a:solidFill>
                  <a:schemeClr val="bg2"/>
                </a:solidFill>
                <a:latin typeface="+mj-lt"/>
                <a:ea typeface="+mn-ea"/>
                <a:cs typeface="+mn-cs"/>
              </a:defRPr>
            </a:lvl1pPr>
            <a:lvl2pPr marL="0" indent="0" algn="l" defTabSz="914400" rtl="0" eaLnBrk="1" latinLnBrk="0" hangingPunct="1">
              <a:spcBef>
                <a:spcPts val="1200"/>
              </a:spcBef>
              <a:spcAft>
                <a:spcPts val="0"/>
              </a:spcAft>
              <a:buNone/>
              <a:defRPr lang="en-GB" sz="1300" kern="1200" spc="-20" dirty="0">
                <a:solidFill>
                  <a:schemeClr val="bg2"/>
                </a:solidFill>
                <a:latin typeface="+mn-lt"/>
                <a:ea typeface="+mn-ea"/>
                <a:cs typeface="+mn-cs"/>
              </a:defRPr>
            </a:lvl2pPr>
            <a:lvl3pPr marL="176213" indent="-176213">
              <a:buClr>
                <a:schemeClr val="bg1"/>
              </a:buClr>
              <a:defRPr sz="1300">
                <a:solidFill>
                  <a:schemeClr val="bg2"/>
                </a:solidFill>
              </a:defRPr>
            </a:lvl3pPr>
            <a:lvl4pPr marL="354013" indent="-177800">
              <a:buClr>
                <a:schemeClr val="bg1"/>
              </a:buClr>
              <a:defRPr sz="1200">
                <a:solidFill>
                  <a:schemeClr val="bg2"/>
                </a:solidFill>
              </a:defRPr>
            </a:lvl4pPr>
            <a:lvl5pPr>
              <a:defRPr sz="1400"/>
            </a:lvl5pPr>
          </a:lstStyle>
          <a:p>
            <a:pPr lvl="0"/>
            <a:r>
              <a:rPr lang="en-US" noProof="0"/>
              <a:t>Click to edit Master text styles, Level 1</a:t>
            </a:r>
          </a:p>
          <a:p>
            <a:pPr lvl="1"/>
            <a:r>
              <a:rPr lang="en-US" noProof="0"/>
              <a:t>Quotation, Level 2</a:t>
            </a:r>
          </a:p>
          <a:p>
            <a:pPr lvl="2"/>
            <a:r>
              <a:rPr lang="en-US" noProof="0"/>
              <a:t>Level 3</a:t>
            </a:r>
          </a:p>
          <a:p>
            <a:pPr lvl="3"/>
            <a:r>
              <a:rPr lang="en-US" noProof="0"/>
              <a:t>Level 4</a:t>
            </a:r>
          </a:p>
        </p:txBody>
      </p:sp>
      <p:sp>
        <p:nvSpPr>
          <p:cNvPr id="10" name="Text Placeholder 12">
            <a:extLst>
              <a:ext uri="{FF2B5EF4-FFF2-40B4-BE49-F238E27FC236}">
                <a16:creationId xmlns:a16="http://schemas.microsoft.com/office/drawing/2014/main" id="{3F22A601-0DB6-0A8F-B68E-BFDE553ADA52}"/>
              </a:ext>
            </a:extLst>
          </p:cNvPr>
          <p:cNvSpPr>
            <a:spLocks noGrp="1"/>
          </p:cNvSpPr>
          <p:nvPr>
            <p:ph type="body" sz="quarter" idx="56" hasCustomPrompt="1"/>
          </p:nvPr>
        </p:nvSpPr>
        <p:spPr>
          <a:xfrm>
            <a:off x="4343881" y="1844824"/>
            <a:ext cx="3508507" cy="4185875"/>
          </a:xfrm>
          <a:prstGeom prst="roundRect">
            <a:avLst>
              <a:gd name="adj" fmla="val 3535"/>
            </a:avLst>
          </a:prstGeom>
          <a:solidFill>
            <a:schemeClr val="accent1"/>
          </a:solidFill>
          <a:effectLst/>
        </p:spPr>
        <p:txBody>
          <a:bodyPr lIns="180000" tIns="792000" rIns="108000" bIns="108000" anchor="t" anchorCtr="0"/>
          <a:lstStyle>
            <a:lvl1pPr>
              <a:lnSpc>
                <a:spcPct val="100000"/>
              </a:lnSpc>
              <a:spcBef>
                <a:spcPts val="1200"/>
              </a:spcBef>
              <a:defRPr lang="en-GB" sz="2000" kern="1200" spc="-30" dirty="0">
                <a:solidFill>
                  <a:schemeClr val="bg2"/>
                </a:solidFill>
                <a:latin typeface="+mj-lt"/>
                <a:ea typeface="+mn-ea"/>
                <a:cs typeface="+mn-cs"/>
              </a:defRPr>
            </a:lvl1pPr>
            <a:lvl2pPr marL="0" indent="0" algn="l" defTabSz="914400" rtl="0" eaLnBrk="1" latinLnBrk="0" hangingPunct="1">
              <a:spcBef>
                <a:spcPts val="1200"/>
              </a:spcBef>
              <a:spcAft>
                <a:spcPts val="0"/>
              </a:spcAft>
              <a:buNone/>
              <a:defRPr lang="en-GB" sz="1300" kern="1200" spc="-20" dirty="0">
                <a:solidFill>
                  <a:schemeClr val="bg2"/>
                </a:solidFill>
                <a:latin typeface="+mn-lt"/>
                <a:ea typeface="+mn-ea"/>
                <a:cs typeface="+mn-cs"/>
              </a:defRPr>
            </a:lvl2pPr>
            <a:lvl3pPr marL="176213" indent="-176213">
              <a:buClr>
                <a:schemeClr val="bg1"/>
              </a:buClr>
              <a:defRPr sz="1300">
                <a:solidFill>
                  <a:schemeClr val="bg2"/>
                </a:solidFill>
              </a:defRPr>
            </a:lvl3pPr>
            <a:lvl4pPr marL="354013" indent="-177800">
              <a:buClr>
                <a:schemeClr val="bg1"/>
              </a:buClr>
              <a:defRPr sz="1200">
                <a:solidFill>
                  <a:schemeClr val="bg2"/>
                </a:solidFill>
              </a:defRPr>
            </a:lvl4pPr>
            <a:lvl5pPr>
              <a:defRPr sz="1400"/>
            </a:lvl5pPr>
          </a:lstStyle>
          <a:p>
            <a:pPr lvl="0"/>
            <a:r>
              <a:rPr lang="en-US" noProof="0"/>
              <a:t>Click to edit Master text styles, Level 1</a:t>
            </a:r>
          </a:p>
          <a:p>
            <a:pPr lvl="1"/>
            <a:r>
              <a:rPr lang="en-US" noProof="0"/>
              <a:t>Quotation, Level 2</a:t>
            </a:r>
          </a:p>
          <a:p>
            <a:pPr lvl="2"/>
            <a:r>
              <a:rPr lang="en-US" noProof="0"/>
              <a:t>Level 3</a:t>
            </a:r>
          </a:p>
          <a:p>
            <a:pPr lvl="3"/>
            <a:r>
              <a:rPr lang="en-US" noProof="0"/>
              <a:t>Level 4</a:t>
            </a:r>
          </a:p>
        </p:txBody>
      </p:sp>
      <p:sp>
        <p:nvSpPr>
          <p:cNvPr id="11" name="Text Placeholder 12">
            <a:extLst>
              <a:ext uri="{FF2B5EF4-FFF2-40B4-BE49-F238E27FC236}">
                <a16:creationId xmlns:a16="http://schemas.microsoft.com/office/drawing/2014/main" id="{9C25B5E5-C3A4-9D6B-5EE9-481DE03870C5}"/>
              </a:ext>
            </a:extLst>
          </p:cNvPr>
          <p:cNvSpPr>
            <a:spLocks noGrp="1"/>
          </p:cNvSpPr>
          <p:nvPr>
            <p:ph type="body" sz="quarter" idx="57" hasCustomPrompt="1"/>
          </p:nvPr>
        </p:nvSpPr>
        <p:spPr>
          <a:xfrm>
            <a:off x="8082924" y="1844824"/>
            <a:ext cx="3508507" cy="4185875"/>
          </a:xfrm>
          <a:prstGeom prst="roundRect">
            <a:avLst>
              <a:gd name="adj" fmla="val 3535"/>
            </a:avLst>
          </a:prstGeom>
          <a:solidFill>
            <a:schemeClr val="accent3">
              <a:lumMod val="75000"/>
            </a:schemeClr>
          </a:solidFill>
          <a:effectLst/>
        </p:spPr>
        <p:txBody>
          <a:bodyPr lIns="180000" tIns="792000" rIns="108000" bIns="108000" anchor="t" anchorCtr="0"/>
          <a:lstStyle>
            <a:lvl1pPr>
              <a:lnSpc>
                <a:spcPct val="100000"/>
              </a:lnSpc>
              <a:spcBef>
                <a:spcPts val="1200"/>
              </a:spcBef>
              <a:defRPr lang="en-GB" sz="2000" kern="1200" spc="-30" dirty="0">
                <a:solidFill>
                  <a:schemeClr val="bg2"/>
                </a:solidFill>
                <a:latin typeface="+mj-lt"/>
                <a:ea typeface="+mn-ea"/>
                <a:cs typeface="+mn-cs"/>
              </a:defRPr>
            </a:lvl1pPr>
            <a:lvl2pPr marL="0" indent="0" algn="l" defTabSz="914400" rtl="0" eaLnBrk="1" latinLnBrk="0" hangingPunct="1">
              <a:spcBef>
                <a:spcPts val="1200"/>
              </a:spcBef>
              <a:spcAft>
                <a:spcPts val="0"/>
              </a:spcAft>
              <a:buNone/>
              <a:defRPr lang="en-GB" sz="1300" kern="1200" spc="-20" dirty="0">
                <a:solidFill>
                  <a:schemeClr val="bg2"/>
                </a:solidFill>
                <a:latin typeface="+mn-lt"/>
                <a:ea typeface="+mn-ea"/>
                <a:cs typeface="+mn-cs"/>
              </a:defRPr>
            </a:lvl2pPr>
            <a:lvl3pPr marL="176213" indent="-176213">
              <a:buClr>
                <a:schemeClr val="bg1"/>
              </a:buClr>
              <a:defRPr sz="1300">
                <a:solidFill>
                  <a:schemeClr val="bg2"/>
                </a:solidFill>
              </a:defRPr>
            </a:lvl3pPr>
            <a:lvl4pPr marL="354013" indent="-177800">
              <a:buClr>
                <a:schemeClr val="bg1"/>
              </a:buClr>
              <a:defRPr sz="1200">
                <a:solidFill>
                  <a:schemeClr val="bg2"/>
                </a:solidFill>
              </a:defRPr>
            </a:lvl4pPr>
            <a:lvl5pPr>
              <a:defRPr sz="1400"/>
            </a:lvl5pPr>
          </a:lstStyle>
          <a:p>
            <a:pPr lvl="0"/>
            <a:r>
              <a:rPr lang="en-US" noProof="0"/>
              <a:t>Click to edit Master text styles, Level 1</a:t>
            </a:r>
          </a:p>
          <a:p>
            <a:pPr lvl="1"/>
            <a:r>
              <a:rPr lang="en-US" noProof="0"/>
              <a:t>Quotation, Level 2</a:t>
            </a:r>
          </a:p>
          <a:p>
            <a:pPr lvl="2"/>
            <a:r>
              <a:rPr lang="en-US" noProof="0"/>
              <a:t>Level 3</a:t>
            </a:r>
          </a:p>
          <a:p>
            <a:pPr lvl="3"/>
            <a:r>
              <a:rPr lang="en-US" noProof="0"/>
              <a:t>Level 4</a:t>
            </a:r>
          </a:p>
        </p:txBody>
      </p:sp>
      <p:sp>
        <p:nvSpPr>
          <p:cNvPr id="2" name="Title 1">
            <a:extLst>
              <a:ext uri="{FF2B5EF4-FFF2-40B4-BE49-F238E27FC236}">
                <a16:creationId xmlns:a16="http://schemas.microsoft.com/office/drawing/2014/main" id="{CBCBC06D-3F26-F5AF-4DE6-51C8161E5C9C}"/>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18" name="Picture Placeholder 17">
            <a:extLst>
              <a:ext uri="{FF2B5EF4-FFF2-40B4-BE49-F238E27FC236}">
                <a16:creationId xmlns:a16="http://schemas.microsoft.com/office/drawing/2014/main" id="{EC1A94F9-DC7A-4538-8277-70A44CA10105}"/>
              </a:ext>
            </a:extLst>
          </p:cNvPr>
          <p:cNvSpPr>
            <a:spLocks noGrp="1" noChangeAspect="1"/>
          </p:cNvSpPr>
          <p:nvPr>
            <p:ph type="pic" sz="quarter" idx="10"/>
          </p:nvPr>
        </p:nvSpPr>
        <p:spPr>
          <a:xfrm>
            <a:off x="1639011" y="1124824"/>
            <a:ext cx="1440160" cy="1440000"/>
          </a:xfrm>
          <a:prstGeom prst="ellipse">
            <a:avLst/>
          </a:prstGeom>
          <a:solidFill>
            <a:srgbClr val="D9D9D9"/>
          </a:solidFill>
        </p:spPr>
        <p:txBody>
          <a:bodyPr anchor="ctr"/>
          <a:lstStyle>
            <a:lvl1pPr algn="ctr">
              <a:defRPr sz="1200">
                <a:solidFill>
                  <a:schemeClr val="bg2"/>
                </a:solidFill>
              </a:defRPr>
            </a:lvl1pPr>
          </a:lstStyle>
          <a:p>
            <a:r>
              <a:rPr lang="en-US" noProof="0"/>
              <a:t>Click icon to add picture</a:t>
            </a:r>
          </a:p>
        </p:txBody>
      </p:sp>
      <p:sp>
        <p:nvSpPr>
          <p:cNvPr id="17" name="Picture Placeholder 17">
            <a:extLst>
              <a:ext uri="{FF2B5EF4-FFF2-40B4-BE49-F238E27FC236}">
                <a16:creationId xmlns:a16="http://schemas.microsoft.com/office/drawing/2014/main" id="{DE55ECA5-2062-D75B-B764-7D3DD0DFBAA8}"/>
              </a:ext>
            </a:extLst>
          </p:cNvPr>
          <p:cNvSpPr>
            <a:spLocks noGrp="1" noChangeAspect="1"/>
          </p:cNvSpPr>
          <p:nvPr>
            <p:ph type="pic" sz="quarter" idx="53"/>
          </p:nvPr>
        </p:nvSpPr>
        <p:spPr>
          <a:xfrm>
            <a:off x="5378054" y="1124824"/>
            <a:ext cx="1440160" cy="1440000"/>
          </a:xfrm>
          <a:prstGeom prst="ellipse">
            <a:avLst/>
          </a:prstGeom>
          <a:solidFill>
            <a:srgbClr val="D9D9D9"/>
          </a:solidFill>
        </p:spPr>
        <p:txBody>
          <a:bodyPr anchor="ctr"/>
          <a:lstStyle>
            <a:lvl1pPr algn="ctr">
              <a:defRPr sz="1200">
                <a:solidFill>
                  <a:schemeClr val="bg2"/>
                </a:solidFill>
              </a:defRPr>
            </a:lvl1pPr>
          </a:lstStyle>
          <a:p>
            <a:r>
              <a:rPr lang="en-US" noProof="0"/>
              <a:t>Click icon to add picture</a:t>
            </a:r>
          </a:p>
        </p:txBody>
      </p:sp>
      <p:sp>
        <p:nvSpPr>
          <p:cNvPr id="21" name="Picture Placeholder 17">
            <a:extLst>
              <a:ext uri="{FF2B5EF4-FFF2-40B4-BE49-F238E27FC236}">
                <a16:creationId xmlns:a16="http://schemas.microsoft.com/office/drawing/2014/main" id="{81FE45BC-F0E3-A68F-883B-1205B01D7329}"/>
              </a:ext>
            </a:extLst>
          </p:cNvPr>
          <p:cNvSpPr>
            <a:spLocks noGrp="1" noChangeAspect="1"/>
          </p:cNvSpPr>
          <p:nvPr>
            <p:ph type="pic" sz="quarter" idx="55"/>
          </p:nvPr>
        </p:nvSpPr>
        <p:spPr>
          <a:xfrm>
            <a:off x="9117097" y="1124824"/>
            <a:ext cx="1440160" cy="1440000"/>
          </a:xfrm>
          <a:prstGeom prst="ellipse">
            <a:avLst/>
          </a:prstGeom>
          <a:solidFill>
            <a:srgbClr val="D9D9D9"/>
          </a:solidFill>
        </p:spPr>
        <p:txBody>
          <a:bodyPr anchor="ctr"/>
          <a:lstStyle>
            <a:lvl1pPr algn="ctr">
              <a:defRPr sz="1200">
                <a:solidFill>
                  <a:schemeClr val="bg2"/>
                </a:solidFill>
              </a:defRPr>
            </a:lvl1pPr>
          </a:lstStyle>
          <a:p>
            <a:r>
              <a:rPr lang="en-US" noProof="0"/>
              <a:t>Click icon to add picture</a:t>
            </a:r>
          </a:p>
        </p:txBody>
      </p:sp>
    </p:spTree>
    <p:extLst>
      <p:ext uri="{BB962C8B-B14F-4D97-AF65-F5344CB8AC3E}">
        <p14:creationId xmlns:p14="http://schemas.microsoft.com/office/powerpoint/2010/main" val="1596636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Text - 2 columns - Grey 1">
    <p:bg>
      <p:bgPr>
        <a:solidFill>
          <a:schemeClr val="tx1"/>
        </a:solidFill>
        <a:effectLst/>
      </p:bgPr>
    </p:bg>
    <p:spTree>
      <p:nvGrpSpPr>
        <p:cNvPr id="1" name=""/>
        <p:cNvGrpSpPr/>
        <p:nvPr/>
      </p:nvGrpSpPr>
      <p:grpSpPr>
        <a:xfrm>
          <a:off x="0" y="0"/>
          <a:ext cx="0" cy="0"/>
          <a:chOff x="0" y="0"/>
          <a:chExt cx="0" cy="0"/>
        </a:xfrm>
      </p:grpSpPr>
      <p:sp>
        <p:nvSpPr>
          <p:cNvPr id="11" name="Textplatzhalter 11">
            <a:extLst>
              <a:ext uri="{FF2B5EF4-FFF2-40B4-BE49-F238E27FC236}">
                <a16:creationId xmlns:a16="http://schemas.microsoft.com/office/drawing/2014/main" id="{A5A6E7A2-2F8E-A30D-57B9-475238551858}"/>
              </a:ext>
            </a:extLst>
          </p:cNvPr>
          <p:cNvSpPr>
            <a:spLocks noGrp="1"/>
          </p:cNvSpPr>
          <p:nvPr>
            <p:ph type="body" sz="quarter" idx="13"/>
          </p:nvPr>
        </p:nvSpPr>
        <p:spPr>
          <a:xfrm>
            <a:off x="604838" y="1484313"/>
            <a:ext cx="5347146" cy="489743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2" name="Textplatzhalter 10">
            <a:extLst>
              <a:ext uri="{FF2B5EF4-FFF2-40B4-BE49-F238E27FC236}">
                <a16:creationId xmlns:a16="http://schemas.microsoft.com/office/drawing/2014/main" id="{EC9D7C88-CA30-638D-3A6C-A25C449BE50D}"/>
              </a:ext>
            </a:extLst>
          </p:cNvPr>
          <p:cNvSpPr>
            <a:spLocks noGrp="1"/>
          </p:cNvSpPr>
          <p:nvPr>
            <p:ph type="body" sz="quarter" idx="14"/>
          </p:nvPr>
        </p:nvSpPr>
        <p:spPr>
          <a:xfrm>
            <a:off x="6236453" y="1484313"/>
            <a:ext cx="5347146" cy="489743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2">
            <a:extLst>
              <a:ext uri="{FF2B5EF4-FFF2-40B4-BE49-F238E27FC236}">
                <a16:creationId xmlns:a16="http://schemas.microsoft.com/office/drawing/2014/main" id="{CC9F055A-369B-B47C-C6DA-064FFF14C130}"/>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Tree>
    <p:extLst>
      <p:ext uri="{BB962C8B-B14F-4D97-AF65-F5344CB8AC3E}">
        <p14:creationId xmlns:p14="http://schemas.microsoft.com/office/powerpoint/2010/main" val="129982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 2 columns - Grey 1">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9F055A-369B-B47C-C6DA-064FFF14C130}"/>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7" name="Content Placeholder 6">
            <a:extLst>
              <a:ext uri="{FF2B5EF4-FFF2-40B4-BE49-F238E27FC236}">
                <a16:creationId xmlns:a16="http://schemas.microsoft.com/office/drawing/2014/main" id="{0F0B70AA-15CC-724E-7A97-5B00B2A40EDC}"/>
              </a:ext>
            </a:extLst>
          </p:cNvPr>
          <p:cNvSpPr>
            <a:spLocks noGrp="1"/>
          </p:cNvSpPr>
          <p:nvPr>
            <p:ph sz="quarter" idx="18"/>
          </p:nvPr>
        </p:nvSpPr>
        <p:spPr>
          <a:xfrm>
            <a:off x="604838" y="1484313"/>
            <a:ext cx="5347146" cy="489743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AECDE683-CD9C-3AB1-D34B-E82AB35A79AB}"/>
              </a:ext>
            </a:extLst>
          </p:cNvPr>
          <p:cNvSpPr>
            <a:spLocks noGrp="1"/>
          </p:cNvSpPr>
          <p:nvPr>
            <p:ph sz="quarter" idx="19"/>
          </p:nvPr>
        </p:nvSpPr>
        <p:spPr>
          <a:xfrm>
            <a:off x="6236452" y="1484313"/>
            <a:ext cx="5347146" cy="489743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13968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 1 columns - Grey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9F055A-369B-B47C-C6DA-064FFF14C130}"/>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de-DE"/>
          </a:p>
        </p:txBody>
      </p:sp>
      <p:sp>
        <p:nvSpPr>
          <p:cNvPr id="7" name="Content Placeholder 6">
            <a:extLst>
              <a:ext uri="{FF2B5EF4-FFF2-40B4-BE49-F238E27FC236}">
                <a16:creationId xmlns:a16="http://schemas.microsoft.com/office/drawing/2014/main" id="{0F0B70AA-15CC-724E-7A97-5B00B2A40EDC}"/>
              </a:ext>
            </a:extLst>
          </p:cNvPr>
          <p:cNvSpPr>
            <a:spLocks noGrp="1"/>
          </p:cNvSpPr>
          <p:nvPr>
            <p:ph sz="quarter" idx="18"/>
          </p:nvPr>
        </p:nvSpPr>
        <p:spPr>
          <a:xfrm>
            <a:off x="604837" y="1484313"/>
            <a:ext cx="10980737" cy="489743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0227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Blue Worl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0D1D02-C702-F3EC-B1CD-93A42292F77C}"/>
              </a:ext>
            </a:extLst>
          </p:cNvPr>
          <p:cNvSpPr>
            <a:spLocks noGrp="1"/>
          </p:cNvSpPr>
          <p:nvPr>
            <p:ph type="title"/>
          </p:nvPr>
        </p:nvSpPr>
        <p:spPr/>
        <p:txBody>
          <a:bodyPr/>
          <a:lstStyle/>
          <a:p>
            <a:r>
              <a:rPr lang="en-US"/>
              <a:t>Click to edit Master title style</a:t>
            </a:r>
            <a:endParaRPr lang="de-DE"/>
          </a:p>
        </p:txBody>
      </p:sp>
      <p:sp>
        <p:nvSpPr>
          <p:cNvPr id="4" name="Text Placeholder 2">
            <a:extLst>
              <a:ext uri="{FF2B5EF4-FFF2-40B4-BE49-F238E27FC236}">
                <a16:creationId xmlns:a16="http://schemas.microsoft.com/office/drawing/2014/main" id="{690483C6-7F8A-AB79-1BD1-50F6ECF08CDA}"/>
              </a:ext>
            </a:extLst>
          </p:cNvPr>
          <p:cNvSpPr>
            <a:spLocks noGrp="1"/>
          </p:cNvSpPr>
          <p:nvPr>
            <p:ph type="body" sz="quarter" idx="14"/>
          </p:nvPr>
        </p:nvSpPr>
        <p:spPr>
          <a:xfrm>
            <a:off x="604837" y="1268412"/>
            <a:ext cx="10978761" cy="5113338"/>
          </a:xfrm>
        </p:spPr>
        <p:txBody>
          <a:bodyPr/>
          <a:lstStyle>
            <a:lvl1pPr>
              <a:buClr>
                <a:schemeClr val="accent1"/>
              </a:buClr>
              <a:buFont typeface="Wingdings" panose="05000000000000000000" pitchFamily="2" charset="2"/>
              <a:buNone/>
              <a:defRPr/>
            </a:lvl1pPr>
            <a:lvl2pPr>
              <a:buClr>
                <a:schemeClr val="accent1"/>
              </a:buClr>
              <a:buFont typeface="Wingdings" panose="05000000000000000000" pitchFamily="2" charset="2"/>
              <a:buChar char="§"/>
              <a:defRPr/>
            </a:lvl2pPr>
            <a:lvl3pPr>
              <a:buClr>
                <a:schemeClr val="accent1"/>
              </a:buClr>
              <a:buFont typeface="Wingdings" panose="05000000000000000000" pitchFamily="2" charset="2"/>
              <a:buChar char="§"/>
              <a:defRPr/>
            </a:lvl3pPr>
            <a:lvl4pPr>
              <a:buClr>
                <a:schemeClr val="accent1"/>
              </a:buClr>
              <a:buFont typeface="Wingdings" panose="05000000000000000000" pitchFamily="2" charset="2"/>
              <a:buChar char="§"/>
              <a:defRPr/>
            </a:lvl4pPr>
            <a:lvl5pPr>
              <a:buClr>
                <a:schemeClr val="accent1"/>
              </a:buClr>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221747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Blue Wor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0D1D02-C702-F3EC-B1CD-93A42292F77C}"/>
              </a:ext>
            </a:extLst>
          </p:cNvPr>
          <p:cNvSpPr>
            <a:spLocks noGrp="1"/>
          </p:cNvSpPr>
          <p:nvPr>
            <p:ph type="title"/>
          </p:nvPr>
        </p:nvSpPr>
        <p:spPr/>
        <p:txBody>
          <a:bodyPr/>
          <a:lstStyle/>
          <a:p>
            <a:r>
              <a:rPr lang="en-US"/>
              <a:t>Click to edit Master title style</a:t>
            </a:r>
            <a:endParaRPr lang="de-DE"/>
          </a:p>
        </p:txBody>
      </p:sp>
      <p:sp>
        <p:nvSpPr>
          <p:cNvPr id="4" name="Text Placeholder 2">
            <a:extLst>
              <a:ext uri="{FF2B5EF4-FFF2-40B4-BE49-F238E27FC236}">
                <a16:creationId xmlns:a16="http://schemas.microsoft.com/office/drawing/2014/main" id="{690483C6-7F8A-AB79-1BD1-50F6ECF08CDA}"/>
              </a:ext>
            </a:extLst>
          </p:cNvPr>
          <p:cNvSpPr>
            <a:spLocks noGrp="1"/>
          </p:cNvSpPr>
          <p:nvPr>
            <p:ph type="body" sz="quarter" idx="14"/>
          </p:nvPr>
        </p:nvSpPr>
        <p:spPr>
          <a:xfrm>
            <a:off x="604837" y="1268412"/>
            <a:ext cx="10978761" cy="5113338"/>
          </a:xfrm>
        </p:spPr>
        <p:txBody>
          <a:bodyPr/>
          <a:lstStyle>
            <a:lvl2pPr>
              <a:buClr>
                <a:schemeClr val="accent1"/>
              </a:buClr>
              <a:buFont typeface="Wingdings" panose="05000000000000000000" pitchFamily="2" charset="2"/>
              <a:buChar char="§"/>
              <a:defRPr/>
            </a:lvl2pPr>
            <a:lvl3pPr>
              <a:buClr>
                <a:schemeClr val="accent1"/>
              </a:buClr>
              <a:buFont typeface="Wingdings" panose="05000000000000000000" pitchFamily="2" charset="2"/>
              <a:buChar char="§"/>
              <a:defRPr/>
            </a:lvl3pPr>
            <a:lvl4pPr>
              <a:buClr>
                <a:schemeClr val="accent1"/>
              </a:buClr>
              <a:buFont typeface="Wingdings" panose="05000000000000000000" pitchFamily="2" charset="2"/>
              <a:buChar char="§"/>
              <a:defRPr/>
            </a:lvl4pPr>
            <a:lvl5pPr>
              <a:buClr>
                <a:schemeClr val="accent1"/>
              </a:buClr>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398048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082BD4-A134-DFB6-BA1D-EF73CC02E82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B08F725-E4F4-F20A-3595-EA40C3CD164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63352" y="209017"/>
            <a:ext cx="2435155" cy="1542864"/>
          </a:xfrm>
          <a:prstGeom prst="rect">
            <a:avLst/>
          </a:prstGeom>
        </p:spPr>
      </p:pic>
      <p:sp>
        <p:nvSpPr>
          <p:cNvPr id="7" name="TextBox 6">
            <a:extLst>
              <a:ext uri="{FF2B5EF4-FFF2-40B4-BE49-F238E27FC236}">
                <a16:creationId xmlns:a16="http://schemas.microsoft.com/office/drawing/2014/main" id="{B9FAF744-196A-C48E-A306-1676BF15ED20}"/>
              </a:ext>
            </a:extLst>
          </p:cNvPr>
          <p:cNvSpPr txBox="1"/>
          <p:nvPr userDrawn="1"/>
        </p:nvSpPr>
        <p:spPr>
          <a:xfrm>
            <a:off x="503464" y="6290216"/>
            <a:ext cx="11353175" cy="584775"/>
          </a:xfrm>
          <a:prstGeom prst="rect">
            <a:avLst/>
          </a:prstGeom>
          <a:noFill/>
        </p:spPr>
        <p:txBody>
          <a:bodyPr wrap="square">
            <a:spAutoFit/>
          </a:bodyPr>
          <a:lstStyle/>
          <a:p>
            <a:r>
              <a:rPr lang="en-US" sz="900" noProof="0">
                <a:solidFill>
                  <a:schemeClr val="bg1"/>
                </a:solidFill>
                <a:latin typeface="Ubuntu Light" panose="020B0304030602030204" pitchFamily="34" charset="0"/>
                <a:cs typeface="Arial"/>
              </a:rPr>
              <a:t>This message contains information that may be privileged or confidential and is the property of the Capgemini Group.</a:t>
            </a:r>
          </a:p>
          <a:p>
            <a:pPr algn="l">
              <a:spcAft>
                <a:spcPts val="600"/>
              </a:spcAft>
            </a:pPr>
            <a:r>
              <a:rPr lang="en-US" sz="900" noProof="0">
                <a:solidFill>
                  <a:schemeClr val="bg1"/>
                </a:solidFill>
                <a:latin typeface="Ubuntu Light" panose="020B0304030602030204" pitchFamily="34" charset="0"/>
                <a:cs typeface="Arial"/>
              </a:rPr>
              <a:t>Copyright</a:t>
            </a:r>
            <a:r>
              <a:rPr lang="en-US" sz="900" baseline="0" noProof="0">
                <a:solidFill>
                  <a:schemeClr val="bg1"/>
                </a:solidFill>
                <a:latin typeface="Ubuntu Light" panose="020B0304030602030204" pitchFamily="34" charset="0"/>
                <a:cs typeface="Arial"/>
              </a:rPr>
              <a:t>©</a:t>
            </a:r>
            <a:r>
              <a:rPr lang="en-US" sz="900" noProof="0">
                <a:solidFill>
                  <a:schemeClr val="bg1"/>
                </a:solidFill>
                <a:latin typeface="Ubuntu Light" panose="020B0304030602030204" pitchFamily="34" charset="0"/>
                <a:cs typeface="Arial"/>
              </a:rPr>
              <a:t> </a:t>
            </a:r>
            <a:fld id="{56BFC1E4-412C-4CF7-95DC-575BAF7101E3}" type="datetimeyyyy">
              <a:rPr lang="en-US" sz="900" noProof="0" smtClean="0">
                <a:solidFill>
                  <a:schemeClr val="bg1"/>
                </a:solidFill>
                <a:latin typeface="Ubuntu Light" panose="020B0304030602030204" pitchFamily="34" charset="0"/>
                <a:cs typeface="Arial"/>
              </a:rPr>
              <a:t>2026</a:t>
            </a:fld>
            <a:r>
              <a:rPr lang="en-US" sz="900" noProof="0">
                <a:solidFill>
                  <a:schemeClr val="bg1"/>
                </a:solidFill>
                <a:latin typeface="Ubuntu Light" panose="020B0304030602030204" pitchFamily="34" charset="0"/>
                <a:cs typeface="Arial"/>
              </a:rPr>
              <a:t> Sogeti. All rights reserved. No part of this document may be modified, deleted or expanded by any process or means without prior written permission from Sogeti. </a:t>
            </a:r>
          </a:p>
          <a:p>
            <a:endParaRPr lang="en-GB" sz="900">
              <a:solidFill>
                <a:schemeClr val="bg2"/>
              </a:solidFill>
            </a:endParaRPr>
          </a:p>
        </p:txBody>
      </p:sp>
      <p:pic>
        <p:nvPicPr>
          <p:cNvPr id="5" name="Picture 2" descr="D:\My Work\Template\Icons\Social Media\LinkedIN.png">
            <a:hlinkClick r:id="rId4"/>
            <a:extLst>
              <a:ext uri="{FF2B5EF4-FFF2-40B4-BE49-F238E27FC236}">
                <a16:creationId xmlns:a16="http://schemas.microsoft.com/office/drawing/2014/main" id="{3E6E6B84-3CD7-A1B0-63F8-FF74F7BD4065}"/>
              </a:ext>
            </a:extLst>
          </p:cNvPr>
          <p:cNvPicPr>
            <a:picLocks noChangeAspect="1" noChangeArrowheads="1"/>
          </p:cNvPicPr>
          <p:nvPr userDrawn="1"/>
        </p:nvPicPr>
        <p:blipFill>
          <a:blip r:embed="rId5" cstate="print"/>
          <a:srcRect/>
          <a:stretch>
            <a:fillRect/>
          </a:stretch>
        </p:blipFill>
        <p:spPr bwMode="auto">
          <a:xfrm>
            <a:off x="580481" y="5776123"/>
            <a:ext cx="333195" cy="333195"/>
          </a:xfrm>
          <a:prstGeom prst="rect">
            <a:avLst/>
          </a:prstGeom>
          <a:noFill/>
        </p:spPr>
      </p:pic>
      <p:pic>
        <p:nvPicPr>
          <p:cNvPr id="8" name="Picture 6" descr="D:\My Work\Template\Icons\Social Media\YouTube.png">
            <a:hlinkClick r:id="rId6"/>
            <a:extLst>
              <a:ext uri="{FF2B5EF4-FFF2-40B4-BE49-F238E27FC236}">
                <a16:creationId xmlns:a16="http://schemas.microsoft.com/office/drawing/2014/main" id="{49294E90-3CAF-33CC-0B3F-F556F0CC37FD}"/>
              </a:ext>
            </a:extLst>
          </p:cNvPr>
          <p:cNvPicPr>
            <a:picLocks noChangeAspect="1" noChangeArrowheads="1"/>
          </p:cNvPicPr>
          <p:nvPr userDrawn="1"/>
        </p:nvPicPr>
        <p:blipFill>
          <a:blip r:embed="rId7" cstate="print"/>
          <a:srcRect/>
          <a:stretch>
            <a:fillRect/>
          </a:stretch>
        </p:blipFill>
        <p:spPr bwMode="auto">
          <a:xfrm>
            <a:off x="968685" y="5776123"/>
            <a:ext cx="333195" cy="333195"/>
          </a:xfrm>
          <a:prstGeom prst="rect">
            <a:avLst/>
          </a:prstGeom>
          <a:noFill/>
        </p:spPr>
      </p:pic>
      <p:sp>
        <p:nvSpPr>
          <p:cNvPr id="10" name="Rectangle 9">
            <a:extLst>
              <a:ext uri="{FF2B5EF4-FFF2-40B4-BE49-F238E27FC236}">
                <a16:creationId xmlns:a16="http://schemas.microsoft.com/office/drawing/2014/main" id="{AE159A6F-4979-B09E-EA30-2470BF926E61}"/>
              </a:ext>
            </a:extLst>
          </p:cNvPr>
          <p:cNvSpPr/>
          <p:nvPr userDrawn="1"/>
        </p:nvSpPr>
        <p:spPr>
          <a:xfrm>
            <a:off x="586616" y="1268760"/>
            <a:ext cx="5077336" cy="4154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300000"/>
              </a:lnSpc>
            </a:pPr>
            <a:r>
              <a:rPr lang="en-US" sz="2400" b="1">
                <a:solidFill>
                  <a:schemeClr val="accent1"/>
                </a:solidFill>
                <a:latin typeface="+mj-lt"/>
              </a:rPr>
              <a:t>About Sogeti</a:t>
            </a:r>
          </a:p>
          <a:p>
            <a:pPr algn="l"/>
            <a:r>
              <a:rPr lang="en-US" sz="1100" b="0" i="0">
                <a:solidFill>
                  <a:schemeClr val="bg2"/>
                </a:solidFill>
                <a:effectLst/>
              </a:rPr>
              <a:t>Part of the Capgemini Group, Sogeti makes technology simple and impactful.  We specialize in AI-driven solutions across quality engineering &amp; testing, data and cloud, quickly turning ideas into action. Sogeti delivers real outcomes, helping organizations innovate confidently and realize value from day one. We are agile and responsive, leveraging our strong partnerships.  Our local teams work side-by-side with clients, building close relationships by understanding their world. Together with the Capgemini Group’s global strength and industry expertise, we create results that scale, </a:t>
            </a:r>
            <a:r>
              <a:rPr lang="en-US" sz="1100" b="1" i="1">
                <a:solidFill>
                  <a:schemeClr val="bg2"/>
                </a:solidFill>
                <a:effectLst/>
              </a:rPr>
              <a:t>Right here. Right now.</a:t>
            </a:r>
            <a:r>
              <a:rPr lang="en-US" sz="1100" b="0" i="0">
                <a:solidFill>
                  <a:schemeClr val="bg2"/>
                </a:solidFill>
                <a:effectLst/>
              </a:rPr>
              <a:t>  |   </a:t>
            </a:r>
            <a:r>
              <a:rPr lang="en-US" sz="1100" b="0" i="0">
                <a:solidFill>
                  <a:schemeClr val="accent1"/>
                </a:solidFill>
                <a:effectLst/>
                <a:hlinkClick r:id="rId8"/>
              </a:rPr>
              <a:t>www.sogeti.com</a:t>
            </a:r>
            <a:endParaRPr lang="en-US" sz="1100" b="0" i="0">
              <a:solidFill>
                <a:schemeClr val="accent1"/>
              </a:solidFill>
              <a:effectLst/>
            </a:endParaRPr>
          </a:p>
          <a:p>
            <a:pPr algn="l"/>
            <a:endParaRPr lang="en-US" sz="1100" b="0" i="0">
              <a:solidFill>
                <a:schemeClr val="bg2"/>
              </a:solidFill>
              <a:effectLst/>
            </a:endParaRPr>
          </a:p>
          <a:p>
            <a:pPr algn="l"/>
            <a:r>
              <a:rPr lang="en-US" sz="1100" b="0" i="0">
                <a:solidFill>
                  <a:schemeClr val="bg2"/>
                </a:solidFill>
                <a:effectLst/>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 Make it real. |  </a:t>
            </a:r>
            <a:r>
              <a:rPr lang="en-US" sz="1100" b="0" i="0">
                <a:solidFill>
                  <a:schemeClr val="bg2"/>
                </a:solidFill>
                <a:effectLst/>
                <a:hlinkClick r:id="rId9"/>
              </a:rPr>
              <a:t>www.capgemini.com </a:t>
            </a:r>
            <a:endParaRPr lang="en-US" sz="1100" b="0" i="0">
              <a:solidFill>
                <a:schemeClr val="bg2"/>
              </a:solidFill>
              <a:effectLst/>
            </a:endParaRPr>
          </a:p>
        </p:txBody>
      </p:sp>
    </p:spTree>
    <p:extLst>
      <p:ext uri="{BB962C8B-B14F-4D97-AF65-F5344CB8AC3E}">
        <p14:creationId xmlns:p14="http://schemas.microsoft.com/office/powerpoint/2010/main" val="872693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oilerplate - Dark">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0E9F30-8486-6B8E-4573-1924FCFB33F8}"/>
              </a:ext>
            </a:extLst>
          </p:cNvPr>
          <p:cNvSpPr txBox="1"/>
          <p:nvPr userDrawn="1"/>
        </p:nvSpPr>
        <p:spPr>
          <a:xfrm>
            <a:off x="503464" y="5816917"/>
            <a:ext cx="11353175" cy="584775"/>
          </a:xfrm>
          <a:prstGeom prst="rect">
            <a:avLst/>
          </a:prstGeom>
          <a:noFill/>
        </p:spPr>
        <p:txBody>
          <a:bodyPr wrap="square">
            <a:spAutoFit/>
          </a:bodyPr>
          <a:lstStyle/>
          <a:p>
            <a:r>
              <a:rPr lang="en-US" sz="900" noProof="0">
                <a:solidFill>
                  <a:schemeClr val="bg2"/>
                </a:solidFill>
                <a:latin typeface="Ubuntu Light" panose="020B0304030602030204" pitchFamily="34" charset="0"/>
                <a:cs typeface="Arial"/>
              </a:rPr>
              <a:t>This message contains information that may be privileged or confidential and is the property of the Capgemini Group.</a:t>
            </a:r>
          </a:p>
          <a:p>
            <a:pPr algn="l">
              <a:spcAft>
                <a:spcPts val="600"/>
              </a:spcAft>
            </a:pPr>
            <a:r>
              <a:rPr lang="en-US" sz="900" noProof="0">
                <a:solidFill>
                  <a:schemeClr val="bg2"/>
                </a:solidFill>
                <a:latin typeface="Ubuntu Light" panose="020B0304030602030204" pitchFamily="34" charset="0"/>
                <a:cs typeface="Arial"/>
              </a:rPr>
              <a:t>Copyright</a:t>
            </a:r>
            <a:r>
              <a:rPr lang="en-US" sz="900" baseline="0" noProof="0">
                <a:solidFill>
                  <a:schemeClr val="bg2"/>
                </a:solidFill>
                <a:latin typeface="Ubuntu Light" panose="020B0304030602030204" pitchFamily="34" charset="0"/>
                <a:cs typeface="Arial"/>
              </a:rPr>
              <a:t>©</a:t>
            </a:r>
            <a:r>
              <a:rPr lang="en-US" sz="900" noProof="0">
                <a:solidFill>
                  <a:schemeClr val="bg2"/>
                </a:solidFill>
                <a:latin typeface="Ubuntu Light" panose="020B0304030602030204" pitchFamily="34" charset="0"/>
                <a:cs typeface="Arial"/>
              </a:rPr>
              <a:t> </a:t>
            </a:r>
            <a:fld id="{56BFC1E4-412C-4CF7-95DC-575BAF7101E3}" type="datetimeyyyy">
              <a:rPr lang="en-US" sz="900" noProof="0" smtClean="0">
                <a:solidFill>
                  <a:schemeClr val="bg2"/>
                </a:solidFill>
                <a:latin typeface="Ubuntu Light" panose="020B0304030602030204" pitchFamily="34" charset="0"/>
                <a:cs typeface="Arial"/>
              </a:rPr>
              <a:t>2026</a:t>
            </a:fld>
            <a:r>
              <a:rPr lang="en-US" sz="900" noProof="0">
                <a:solidFill>
                  <a:schemeClr val="bg2"/>
                </a:solidFill>
                <a:latin typeface="Ubuntu Light" panose="020B0304030602030204" pitchFamily="34" charset="0"/>
                <a:cs typeface="Arial"/>
              </a:rPr>
              <a:t> Sogeti. All rights reserved. No part of this document may be modified, deleted or expanded by any process or means without prior written permission from Sogeti. </a:t>
            </a:r>
          </a:p>
          <a:p>
            <a:endParaRPr lang="en-GB" sz="900">
              <a:solidFill>
                <a:schemeClr val="bg2"/>
              </a:solidFill>
            </a:endParaRPr>
          </a:p>
        </p:txBody>
      </p:sp>
      <p:pic>
        <p:nvPicPr>
          <p:cNvPr id="4" name="Picture 3" descr="A black background with white text&#10;&#10;AI-generated content may be incorrect.">
            <a:extLst>
              <a:ext uri="{FF2B5EF4-FFF2-40B4-BE49-F238E27FC236}">
                <a16:creationId xmlns:a16="http://schemas.microsoft.com/office/drawing/2014/main" id="{26BEFCE2-9198-3E67-05A8-EB35A3C7F05C}"/>
              </a:ext>
            </a:extLst>
          </p:cNvPr>
          <p:cNvPicPr/>
          <p:nvPr userDrawn="1"/>
        </p:nvPicPr>
        <p:blipFill>
          <a:blip r:embed="rId2">
            <a:extLst>
              <a:ext uri="{28A0092B-C50C-407E-A947-70E740481C1C}">
                <a14:useLocalDpi xmlns:a14="http://schemas.microsoft.com/office/drawing/2010/main" val="0"/>
              </a:ext>
            </a:extLst>
          </a:blip>
          <a:stretch>
            <a:fillRect/>
          </a:stretch>
        </p:blipFill>
        <p:spPr>
          <a:xfrm>
            <a:off x="9706552" y="116632"/>
            <a:ext cx="2331279" cy="1562869"/>
          </a:xfrm>
          <a:prstGeom prst="rect">
            <a:avLst/>
          </a:prstGeom>
        </p:spPr>
      </p:pic>
      <p:sp>
        <p:nvSpPr>
          <p:cNvPr id="2" name="Rectangle 1">
            <a:extLst>
              <a:ext uri="{FF2B5EF4-FFF2-40B4-BE49-F238E27FC236}">
                <a16:creationId xmlns:a16="http://schemas.microsoft.com/office/drawing/2014/main" id="{3D8B39D2-0EFC-077F-5DD0-B43675030BCD}"/>
              </a:ext>
            </a:extLst>
          </p:cNvPr>
          <p:cNvSpPr/>
          <p:nvPr userDrawn="1"/>
        </p:nvSpPr>
        <p:spPr>
          <a:xfrm>
            <a:off x="586616" y="980728"/>
            <a:ext cx="7453600" cy="33085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300000"/>
              </a:lnSpc>
            </a:pPr>
            <a:r>
              <a:rPr lang="en-US" sz="2400" b="1">
                <a:solidFill>
                  <a:schemeClr val="accent1"/>
                </a:solidFill>
                <a:latin typeface="+mj-lt"/>
              </a:rPr>
              <a:t>About Sogeti</a:t>
            </a:r>
          </a:p>
          <a:p>
            <a:pPr algn="l"/>
            <a:r>
              <a:rPr lang="en-US" sz="1100" b="0" i="0">
                <a:solidFill>
                  <a:schemeClr val="bg2"/>
                </a:solidFill>
                <a:effectLst/>
              </a:rPr>
              <a:t>Part of the Capgemini Group, Sogeti makes technology simple and impactful.  We specialize in AI-driven solutions across quality engineering &amp; testing, data and cloud, quickly turning ideas into action. Sogeti delivers real outcomes, helping organizations innovate confidently and realize value from day one. We are agile and responsive, leveraging our strong partnerships.  Our local teams work side-by-side with clients, building close relationships by understanding their world. Together with the Capgemini Group’s global strength and industry expertise, we create results that scale, </a:t>
            </a:r>
            <a:r>
              <a:rPr lang="en-US" sz="1100" b="1" i="1">
                <a:solidFill>
                  <a:schemeClr val="bg2"/>
                </a:solidFill>
                <a:effectLst/>
              </a:rPr>
              <a:t>Right here. Right now.</a:t>
            </a:r>
            <a:r>
              <a:rPr lang="en-US" sz="1100" b="0" i="0">
                <a:solidFill>
                  <a:schemeClr val="bg2"/>
                </a:solidFill>
                <a:effectLst/>
              </a:rPr>
              <a:t>  |   </a:t>
            </a:r>
            <a:r>
              <a:rPr lang="en-US" sz="1100" b="0" i="0">
                <a:solidFill>
                  <a:schemeClr val="accent1"/>
                </a:solidFill>
                <a:effectLst/>
                <a:hlinkClick r:id="rId3"/>
              </a:rPr>
              <a:t>www.sogeti.com</a:t>
            </a:r>
            <a:endParaRPr lang="en-US" sz="1100" b="0" i="0">
              <a:solidFill>
                <a:schemeClr val="accent1"/>
              </a:solidFill>
              <a:effectLst/>
            </a:endParaRPr>
          </a:p>
          <a:p>
            <a:pPr algn="l"/>
            <a:endParaRPr lang="en-US" sz="1100" b="0" i="0">
              <a:solidFill>
                <a:schemeClr val="bg2"/>
              </a:solidFill>
              <a:effectLst/>
            </a:endParaRPr>
          </a:p>
          <a:p>
            <a:pPr algn="l"/>
            <a:r>
              <a:rPr lang="en-US" sz="1100" b="0" i="0">
                <a:solidFill>
                  <a:schemeClr val="bg2"/>
                </a:solidFill>
                <a:effectLst/>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 Make it real. |  </a:t>
            </a:r>
            <a:r>
              <a:rPr lang="en-US" sz="1100" b="0" i="0">
                <a:solidFill>
                  <a:schemeClr val="bg2"/>
                </a:solidFill>
                <a:effectLst/>
                <a:hlinkClick r:id="rId4"/>
              </a:rPr>
              <a:t>www.capgemini.com </a:t>
            </a:r>
            <a:endParaRPr lang="en-US" sz="1100" b="0" i="0">
              <a:solidFill>
                <a:schemeClr val="bg2"/>
              </a:solidFill>
              <a:effectLst/>
            </a:endParaRPr>
          </a:p>
        </p:txBody>
      </p:sp>
      <p:pic>
        <p:nvPicPr>
          <p:cNvPr id="3" name="Picture 2" descr="D:\My Work\Template\Icons\Social Media\LinkedIN.png">
            <a:hlinkClick r:id="rId5"/>
            <a:extLst>
              <a:ext uri="{FF2B5EF4-FFF2-40B4-BE49-F238E27FC236}">
                <a16:creationId xmlns:a16="http://schemas.microsoft.com/office/drawing/2014/main" id="{E1C95CA1-72DF-9094-A5C4-A1BBC44DEC1F}"/>
              </a:ext>
            </a:extLst>
          </p:cNvPr>
          <p:cNvPicPr>
            <a:picLocks noChangeAspect="1" noChangeArrowheads="1"/>
          </p:cNvPicPr>
          <p:nvPr userDrawn="1"/>
        </p:nvPicPr>
        <p:blipFill>
          <a:blip r:embed="rId6" cstate="screen">
            <a:duotone>
              <a:prstClr val="black"/>
              <a:schemeClr val="tx1">
                <a:tint val="45000"/>
                <a:satMod val="400000"/>
              </a:schemeClr>
            </a:duotone>
            <a:extLst>
              <a:ext uri="{28A0092B-C50C-407E-A947-70E740481C1C}">
                <a14:useLocalDpi xmlns:a14="http://schemas.microsoft.com/office/drawing/2010/main"/>
              </a:ext>
            </a:extLst>
          </a:blip>
          <a:srcRect/>
          <a:stretch>
            <a:fillRect/>
          </a:stretch>
        </p:blipFill>
        <p:spPr bwMode="auto">
          <a:xfrm>
            <a:off x="589812" y="4483180"/>
            <a:ext cx="333195" cy="333195"/>
          </a:xfrm>
          <a:prstGeom prst="rect">
            <a:avLst/>
          </a:prstGeom>
          <a:noFill/>
        </p:spPr>
      </p:pic>
      <p:pic>
        <p:nvPicPr>
          <p:cNvPr id="7" name="Picture 6" descr="D:\My Work\Template\Icons\Social Media\YouTube.png">
            <a:hlinkClick r:id="rId7"/>
            <a:extLst>
              <a:ext uri="{FF2B5EF4-FFF2-40B4-BE49-F238E27FC236}">
                <a16:creationId xmlns:a16="http://schemas.microsoft.com/office/drawing/2014/main" id="{F39BD276-8464-3258-063D-C499905605BB}"/>
              </a:ext>
            </a:extLst>
          </p:cNvPr>
          <p:cNvPicPr>
            <a:picLocks noChangeAspect="1" noChangeArrowheads="1"/>
          </p:cNvPicPr>
          <p:nvPr userDrawn="1"/>
        </p:nvPicPr>
        <p:blipFill>
          <a:blip r:embed="rId8" cstate="screen">
            <a:duotone>
              <a:prstClr val="black"/>
              <a:schemeClr val="tx1">
                <a:tint val="45000"/>
                <a:satMod val="400000"/>
              </a:schemeClr>
            </a:duotone>
            <a:extLst>
              <a:ext uri="{28A0092B-C50C-407E-A947-70E740481C1C}">
                <a14:useLocalDpi xmlns:a14="http://schemas.microsoft.com/office/drawing/2010/main"/>
              </a:ext>
            </a:extLst>
          </a:blip>
          <a:srcRect/>
          <a:stretch>
            <a:fillRect/>
          </a:stretch>
        </p:blipFill>
        <p:spPr bwMode="auto">
          <a:xfrm>
            <a:off x="978016" y="4483180"/>
            <a:ext cx="333195" cy="333195"/>
          </a:xfrm>
          <a:prstGeom prst="rect">
            <a:avLst/>
          </a:prstGeom>
          <a:noFill/>
        </p:spPr>
      </p:pic>
    </p:spTree>
    <p:extLst>
      <p:ext uri="{BB962C8B-B14F-4D97-AF65-F5344CB8AC3E}">
        <p14:creationId xmlns:p14="http://schemas.microsoft.com/office/powerpoint/2010/main" val="1674492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A92ADC29-A553-285A-92E7-6B261E1DC7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0150" y="1771651"/>
            <a:ext cx="5231700" cy="3314698"/>
          </a:xfrm>
          <a:prstGeom prst="rect">
            <a:avLst/>
          </a:prstGeom>
        </p:spPr>
      </p:pic>
    </p:spTree>
    <p:extLst>
      <p:ext uri="{BB962C8B-B14F-4D97-AF65-F5344CB8AC3E}">
        <p14:creationId xmlns:p14="http://schemas.microsoft.com/office/powerpoint/2010/main" val="367595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100"/>
                                        <p:tgtEl>
                                          <p:spTgt spid="2"/>
                                        </p:tgtEl>
                                      </p:cBhvr>
                                    </p:animEffect>
                                  </p:childTnLst>
                                </p:cTn>
                              </p:par>
                              <p:par>
                                <p:cTn id="8" presetID="6" presetClass="emph" presetSubtype="0" decel="100000" fill="hold" nodeType="withEffect">
                                  <p:stCondLst>
                                    <p:cond delay="0"/>
                                  </p:stCondLst>
                                  <p:childTnLst>
                                    <p:animScale>
                                      <p:cBhvr>
                                        <p:cTn id="9" dur="2000"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7" name="Freeform 16"/>
          <p:cNvSpPr/>
          <p:nvPr userDrawn="1"/>
        </p:nvSpPr>
        <p:spPr bwMode="hidden">
          <a:xfrm>
            <a:off x="-22987" y="0"/>
            <a:ext cx="6804787" cy="6858000"/>
          </a:xfrm>
          <a:custGeom>
            <a:avLst/>
            <a:gdLst>
              <a:gd name="connsiteX0" fmla="*/ 0 w 6223905"/>
              <a:gd name="connsiteY0" fmla="*/ 0 h 6858000"/>
              <a:gd name="connsiteX1" fmla="*/ 4186882 w 6223905"/>
              <a:gd name="connsiteY1" fmla="*/ 0 h 6858000"/>
              <a:gd name="connsiteX2" fmla="*/ 4197034 w 6223905"/>
              <a:gd name="connsiteY2" fmla="*/ 22340 h 6858000"/>
              <a:gd name="connsiteX3" fmla="*/ 5904357 w 6223905"/>
              <a:gd name="connsiteY3" fmla="*/ 3779388 h 6858000"/>
              <a:gd name="connsiteX4" fmla="*/ 5873730 w 6223905"/>
              <a:gd name="connsiteY4" fmla="*/ 6784163 h 6858000"/>
              <a:gd name="connsiteX5" fmla="*/ 5834113 w 6223905"/>
              <a:gd name="connsiteY5" fmla="*/ 6858000 h 6858000"/>
              <a:gd name="connsiteX6" fmla="*/ 0 w 6223905"/>
              <a:gd name="connsiteY6" fmla="*/ 6858000 h 6858000"/>
              <a:gd name="connsiteX7" fmla="*/ 0 w 6223905"/>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3905" h="6858000">
                <a:moveTo>
                  <a:pt x="0" y="0"/>
                </a:moveTo>
                <a:lnTo>
                  <a:pt x="4186882" y="0"/>
                </a:lnTo>
                <a:lnTo>
                  <a:pt x="4197034" y="22340"/>
                </a:lnTo>
                <a:cubicBezTo>
                  <a:pt x="5904357" y="3779388"/>
                  <a:pt x="5904357" y="3779388"/>
                  <a:pt x="5904357" y="3779388"/>
                </a:cubicBezTo>
                <a:cubicBezTo>
                  <a:pt x="6352858" y="4766336"/>
                  <a:pt x="6316954" y="5863968"/>
                  <a:pt x="5873730" y="6784163"/>
                </a:cubicBezTo>
                <a:lnTo>
                  <a:pt x="5834113" y="6858000"/>
                </a:lnTo>
                <a:lnTo>
                  <a:pt x="0" y="6858000"/>
                </a:lnTo>
                <a:lnTo>
                  <a:pt x="0" y="0"/>
                </a:lnTo>
                <a:close/>
              </a:path>
            </a:pathLst>
          </a:custGeom>
          <a:solidFill>
            <a:srgbClr val="005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240505" y="370458"/>
            <a:ext cx="1582395" cy="902492"/>
          </a:xfrm>
          <a:prstGeom prst="rect">
            <a:avLst/>
          </a:prstGeom>
        </p:spPr>
      </p:pic>
      <p:sp>
        <p:nvSpPr>
          <p:cNvPr id="20" name="Title 1"/>
          <p:cNvSpPr>
            <a:spLocks noGrp="1"/>
          </p:cNvSpPr>
          <p:nvPr>
            <p:ph type="ctrTitle" hasCustomPrompt="1"/>
          </p:nvPr>
        </p:nvSpPr>
        <p:spPr>
          <a:xfrm>
            <a:off x="407988" y="1066800"/>
            <a:ext cx="4967932" cy="2705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ct val="80000"/>
              </a:lnSpc>
              <a:defRPr lang="en-US" sz="4400" b="1" dirty="0">
                <a:solidFill>
                  <a:schemeClr val="bg1"/>
                </a:solidFill>
                <a:latin typeface="Ubuntu" panose="020B0504030602030204" pitchFamily="34" charset="0"/>
              </a:defRPr>
            </a:lvl1pPr>
          </a:lstStyle>
          <a:p>
            <a:pPr marL="0" lvl="0"/>
            <a:r>
              <a:rPr lang="en-US"/>
              <a:t>Title of Presentation</a:t>
            </a:r>
          </a:p>
        </p:txBody>
      </p:sp>
      <p:sp>
        <p:nvSpPr>
          <p:cNvPr id="21" name="Subtitle 2"/>
          <p:cNvSpPr>
            <a:spLocks noGrp="1"/>
          </p:cNvSpPr>
          <p:nvPr>
            <p:ph type="subTitle" idx="1" hasCustomPrompt="1"/>
          </p:nvPr>
        </p:nvSpPr>
        <p:spPr>
          <a:xfrm>
            <a:off x="407988" y="3868616"/>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lang="en-US" sz="3600" dirty="0">
                <a:solidFill>
                  <a:schemeClr val="bg1"/>
                </a:solidFill>
                <a:latin typeface="Ubuntu Light" panose="020B0304030602030204" pitchFamily="34" charset="0"/>
              </a:defRPr>
            </a:lvl1pPr>
          </a:lstStyle>
          <a:p>
            <a:pPr marL="0" lvl="0"/>
            <a:r>
              <a:rPr lang="en-US"/>
              <a:t>Subtitle</a:t>
            </a:r>
          </a:p>
        </p:txBody>
      </p:sp>
    </p:spTree>
    <p:extLst>
      <p:ext uri="{BB962C8B-B14F-4D97-AF65-F5344CB8AC3E}">
        <p14:creationId xmlns:p14="http://schemas.microsoft.com/office/powerpoint/2010/main" val="40151743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nodeType="withEffect" p14:presetBounceEnd="98750">
                                      <p:stCondLst>
                                        <p:cond delay="0"/>
                                      </p:stCondLst>
                                      <p:childTnLst>
                                        <p:animScale p14:bounceEnd="98750">
                                          <p:cBhvr>
                                            <p:cTn id="9" dur="2400" fill="hold"/>
                                            <p:tgtEl>
                                              <p:spTgt spid="7"/>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nodeType="withEffect">
                                      <p:stCondLst>
                                        <p:cond delay="0"/>
                                      </p:stCondLst>
                                      <p:childTnLst>
                                        <p:animScale>
                                          <p:cBhvr>
                                            <p:cTn id="9" dur="2400" fill="hold"/>
                                            <p:tgtEl>
                                              <p:spTgt spid="7"/>
                                            </p:tgtEl>
                                          </p:cBhvr>
                                          <p:by x="95000" y="95000"/>
                                        </p:animScale>
                                      </p:childTnLst>
                                    </p:cTn>
                                  </p:par>
                                  <p:par>
                                    <p:cTn id="10" presetID="10" presetClass="entr" presetSubtype="0" fill="hold" nodeType="withEffect">
                                      <p:stCondLst>
                                        <p:cond delay="10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63" presetClass="path" presetSubtype="0" decel="100000" fill="hold" nodeType="withEffect">
                                      <p:stCondLst>
                                        <p:cond delay="1000"/>
                                      </p:stCondLst>
                                      <p:childTnLst>
                                        <p:animMotion origin="layout" path="M -0.12031 4.07407E-6 L -3.125E-6 4.07407E-6 " pathEditMode="relative" rAng="0" ptsTypes="AA">
                                          <p:cBhvr>
                                            <p:cTn id="14" dur="2800" fill="hold"/>
                                            <p:tgtEl>
                                              <p:spTgt spid="8"/>
                                            </p:tgtEl>
                                            <p:attrNameLst>
                                              <p:attrName>ppt_x</p:attrName>
                                              <p:attrName>ppt_y</p:attrName>
                                            </p:attrNameLst>
                                          </p:cBhvr>
                                          <p:rCtr x="6016" y="0"/>
                                        </p:animMotion>
                                      </p:childTnLst>
                                    </p:cTn>
                                  </p:par>
                                  <p:par>
                                    <p:cTn id="15" presetID="1" presetClass="mediacall" presetSubtype="0" fill="hold" nodeType="withEffect">
                                      <p:stCondLst>
                                        <p:cond delay="1000"/>
                                      </p:stCondLst>
                                      <p:childTnLst>
                                        <p:cmd type="call" cmd="playFrom(0.0)">
                                          <p:cBhvr>
                                            <p:cTn id="16" dur="7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repeatCount="indefinite" display="0">
                      <p:stCondLst>
                        <p:cond delay="indefinite"/>
                      </p:stCondLst>
                    </p:cTn>
                    <p:tgtEl>
                      <p:spTgt spid="8"/>
                    </p:tgtEl>
                  </p:cMediaNode>
                </p:video>
              </p:childTnLst>
            </p:cTn>
          </p:par>
        </p:tnLst>
      </p:timing>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grey back">
    <p:bg>
      <p:bgPr>
        <a:solidFill>
          <a:srgbClr val="F5F5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199C2-CE1A-4360-A4AE-0962475BE0F1}"/>
              </a:ext>
            </a:extLst>
          </p:cNvPr>
          <p:cNvSpPr>
            <a:spLocks noGrp="1"/>
          </p:cNvSpPr>
          <p:nvPr>
            <p:ph type="title"/>
          </p:nvPr>
        </p:nvSpPr>
        <p:spPr>
          <a:xfrm>
            <a:off x="407988" y="252000"/>
            <a:ext cx="11403012" cy="900000"/>
          </a:xfrm>
        </p:spPr>
        <p:txBody>
          <a:bodyPr vert="horz" lIns="0" tIns="0" rIns="0" bIns="0" rtlCol="0" anchor="ctr" anchorCtr="0">
            <a:noAutofit/>
          </a:bodyPr>
          <a:lstStyle>
            <a:lvl1pPr>
              <a:lnSpc>
                <a:spcPct val="88000"/>
              </a:lnSpc>
              <a:defRPr lang="en-US" baseline="0" dirty="0"/>
            </a:lvl1pPr>
          </a:lstStyle>
          <a:p>
            <a:pPr lvl="0"/>
            <a:r>
              <a:rPr lang="en-US"/>
              <a:t>Click to edit Master title style</a:t>
            </a:r>
          </a:p>
        </p:txBody>
      </p:sp>
      <p:sp>
        <p:nvSpPr>
          <p:cNvPr id="4" name="Text Placeholder 3">
            <a:extLst>
              <a:ext uri="{FF2B5EF4-FFF2-40B4-BE49-F238E27FC236}">
                <a16:creationId xmlns:a16="http://schemas.microsoft.com/office/drawing/2014/main" id="{3D43CD70-0B97-488B-A9E4-844B756A36CC}"/>
              </a:ext>
            </a:extLst>
          </p:cNvPr>
          <p:cNvSpPr>
            <a:spLocks noGrp="1"/>
          </p:cNvSpPr>
          <p:nvPr>
            <p:ph type="body" sz="quarter" idx="10"/>
          </p:nvPr>
        </p:nvSpPr>
        <p:spPr>
          <a:xfrm>
            <a:off x="407988" y="1368781"/>
            <a:ext cx="11403012" cy="4876800"/>
          </a:xfrm>
        </p:spPr>
        <p:txBody>
          <a:bodyPr tIns="36000">
            <a:noAutofit/>
          </a:bodyPr>
          <a:lstStyle>
            <a:lvl1pPr>
              <a:defRPr spc="-20" baseline="0"/>
            </a:lvl1pPr>
            <a:lvl2pPr>
              <a:defRPr spc="-20" baseline="0"/>
            </a:lvl2pPr>
            <a:lvl3pPr>
              <a:defRPr spc="-20" baseline="0"/>
            </a:lvl3pPr>
            <a:lvl4pPr>
              <a:defRPr spc="-20" baseline="0"/>
            </a:lvl4pPr>
            <a:lvl5pPr marL="1076325" indent="-228600">
              <a:defRPr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57675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grey data back 1">
    <p:bg>
      <p:bgPr>
        <a:solidFill>
          <a:srgbClr val="EEEEEE"/>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20F716-56AF-4AAC-B8DC-A48AD0E93568}"/>
              </a:ext>
            </a:extLst>
          </p:cNvPr>
          <p:cNvSpPr/>
          <p:nvPr userDrawn="1"/>
        </p:nvSpPr>
        <p:spPr>
          <a:xfrm>
            <a:off x="7580501" y="3326594"/>
            <a:ext cx="4592349" cy="3531406"/>
          </a:xfrm>
          <a:prstGeom prst="rect">
            <a:avLst/>
          </a:prstGeom>
          <a:blipFill dpi="0" rotWithShape="1">
            <a:blip r:embed="rId2"/>
            <a:srcRect/>
            <a:stretch>
              <a:fillRect l="-8354" r="-3390" b="-11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6" name="Rectangle 5">
            <a:extLst>
              <a:ext uri="{FF2B5EF4-FFF2-40B4-BE49-F238E27FC236}">
                <a16:creationId xmlns:a16="http://schemas.microsoft.com/office/drawing/2014/main" id="{FBEFC067-FCC2-4331-A74B-B67A44D7528E}"/>
              </a:ext>
            </a:extLst>
          </p:cNvPr>
          <p:cNvSpPr/>
          <p:nvPr userDrawn="1"/>
        </p:nvSpPr>
        <p:spPr>
          <a:xfrm rot="10800000">
            <a:off x="-1" y="1305"/>
            <a:ext cx="4592349" cy="3570802"/>
          </a:xfrm>
          <a:prstGeom prst="rect">
            <a:avLst/>
          </a:prstGeom>
          <a:blipFill dpi="0" rotWithShape="1">
            <a:blip r:embed="rId2"/>
            <a:srcRect/>
            <a:stretch>
              <a:fillRect l="6854" t="12804" r="-18599" b="-128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 name="Title 1">
            <a:extLst>
              <a:ext uri="{FF2B5EF4-FFF2-40B4-BE49-F238E27FC236}">
                <a16:creationId xmlns:a16="http://schemas.microsoft.com/office/drawing/2014/main" id="{A42199C2-CE1A-4360-A4AE-0962475BE0F1}"/>
              </a:ext>
            </a:extLst>
          </p:cNvPr>
          <p:cNvSpPr>
            <a:spLocks noGrp="1"/>
          </p:cNvSpPr>
          <p:nvPr>
            <p:ph type="title"/>
          </p:nvPr>
        </p:nvSpPr>
        <p:spPr>
          <a:xfrm>
            <a:off x="407988" y="252000"/>
            <a:ext cx="11403012" cy="900000"/>
          </a:xfrm>
        </p:spPr>
        <p:txBody>
          <a:bodyPr vert="horz" lIns="0" tIns="0" rIns="0" bIns="0" rtlCol="0" anchor="ctr" anchorCtr="0">
            <a:noAutofit/>
          </a:bodyPr>
          <a:lstStyle>
            <a:lvl1pPr>
              <a:lnSpc>
                <a:spcPct val="88000"/>
              </a:lnSpc>
              <a:defRPr lang="en-US" baseline="0" dirty="0"/>
            </a:lvl1pPr>
          </a:lstStyle>
          <a:p>
            <a:pPr lvl="0"/>
            <a:r>
              <a:rPr lang="en-US"/>
              <a:t>Click to edit Master title style</a:t>
            </a:r>
          </a:p>
        </p:txBody>
      </p:sp>
      <p:sp>
        <p:nvSpPr>
          <p:cNvPr id="4" name="Text Placeholder 3">
            <a:extLst>
              <a:ext uri="{FF2B5EF4-FFF2-40B4-BE49-F238E27FC236}">
                <a16:creationId xmlns:a16="http://schemas.microsoft.com/office/drawing/2014/main" id="{3D43CD70-0B97-488B-A9E4-844B756A36CC}"/>
              </a:ext>
            </a:extLst>
          </p:cNvPr>
          <p:cNvSpPr>
            <a:spLocks noGrp="1"/>
          </p:cNvSpPr>
          <p:nvPr>
            <p:ph type="body" sz="quarter" idx="10"/>
          </p:nvPr>
        </p:nvSpPr>
        <p:spPr>
          <a:xfrm>
            <a:off x="407988" y="1368781"/>
            <a:ext cx="11403012" cy="4876800"/>
          </a:xfrm>
        </p:spPr>
        <p:txBody>
          <a:bodyPr tIns="36000">
            <a:noAutofit/>
          </a:bodyPr>
          <a:lstStyle>
            <a:lvl1pPr>
              <a:defRPr spc="-20" baseline="0"/>
            </a:lvl1pPr>
            <a:lvl2pPr>
              <a:defRPr spc="-20" baseline="0"/>
            </a:lvl2pPr>
            <a:lvl3pPr>
              <a:defRPr spc="-20" baseline="0"/>
            </a:lvl3pPr>
            <a:lvl4pPr>
              <a:defRPr spc="-20" baseline="0"/>
            </a:lvl4pPr>
            <a:lvl5pPr marL="1076325" indent="-228600">
              <a:defRPr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32070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grey data back 2">
    <p:bg>
      <p:bgPr>
        <a:solidFill>
          <a:srgbClr val="EEEEEE"/>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20F716-56AF-4AAC-B8DC-A48AD0E93568}"/>
              </a:ext>
            </a:extLst>
          </p:cNvPr>
          <p:cNvSpPr/>
          <p:nvPr userDrawn="1"/>
        </p:nvSpPr>
        <p:spPr>
          <a:xfrm flipV="1">
            <a:off x="7580501" y="0"/>
            <a:ext cx="4592349" cy="3531406"/>
          </a:xfrm>
          <a:prstGeom prst="rect">
            <a:avLst/>
          </a:prstGeom>
          <a:blipFill dpi="0" rotWithShape="1">
            <a:blip r:embed="rId2"/>
            <a:srcRect/>
            <a:stretch>
              <a:fillRect l="-8354" r="-3390" b="-11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6" name="Rectangle 5">
            <a:extLst>
              <a:ext uri="{FF2B5EF4-FFF2-40B4-BE49-F238E27FC236}">
                <a16:creationId xmlns:a16="http://schemas.microsoft.com/office/drawing/2014/main" id="{FBEFC067-FCC2-4331-A74B-B67A44D7528E}"/>
              </a:ext>
            </a:extLst>
          </p:cNvPr>
          <p:cNvSpPr/>
          <p:nvPr userDrawn="1"/>
        </p:nvSpPr>
        <p:spPr>
          <a:xfrm rot="10800000" flipV="1">
            <a:off x="-1" y="3287198"/>
            <a:ext cx="4592349" cy="3570802"/>
          </a:xfrm>
          <a:prstGeom prst="rect">
            <a:avLst/>
          </a:prstGeom>
          <a:blipFill dpi="0" rotWithShape="1">
            <a:blip r:embed="rId2"/>
            <a:srcRect/>
            <a:stretch>
              <a:fillRect l="6854" t="12804" r="-18599" b="-128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2" name="Title 1">
            <a:extLst>
              <a:ext uri="{FF2B5EF4-FFF2-40B4-BE49-F238E27FC236}">
                <a16:creationId xmlns:a16="http://schemas.microsoft.com/office/drawing/2014/main" id="{A42199C2-CE1A-4360-A4AE-0962475BE0F1}"/>
              </a:ext>
            </a:extLst>
          </p:cNvPr>
          <p:cNvSpPr>
            <a:spLocks noGrp="1"/>
          </p:cNvSpPr>
          <p:nvPr>
            <p:ph type="title"/>
          </p:nvPr>
        </p:nvSpPr>
        <p:spPr>
          <a:xfrm>
            <a:off x="407988" y="252000"/>
            <a:ext cx="11403012" cy="900000"/>
          </a:xfrm>
        </p:spPr>
        <p:txBody>
          <a:bodyPr vert="horz" lIns="0" tIns="0" rIns="0" bIns="0" rtlCol="0" anchor="ctr" anchorCtr="0">
            <a:noAutofit/>
          </a:bodyPr>
          <a:lstStyle>
            <a:lvl1pPr>
              <a:lnSpc>
                <a:spcPct val="88000"/>
              </a:lnSpc>
              <a:defRPr lang="en-US" baseline="0" dirty="0"/>
            </a:lvl1pPr>
          </a:lstStyle>
          <a:p>
            <a:pPr lvl="0"/>
            <a:r>
              <a:rPr lang="en-US"/>
              <a:t>Click to edit Master title style</a:t>
            </a:r>
          </a:p>
        </p:txBody>
      </p:sp>
      <p:sp>
        <p:nvSpPr>
          <p:cNvPr id="4" name="Text Placeholder 3">
            <a:extLst>
              <a:ext uri="{FF2B5EF4-FFF2-40B4-BE49-F238E27FC236}">
                <a16:creationId xmlns:a16="http://schemas.microsoft.com/office/drawing/2014/main" id="{3D43CD70-0B97-488B-A9E4-844B756A36CC}"/>
              </a:ext>
            </a:extLst>
          </p:cNvPr>
          <p:cNvSpPr>
            <a:spLocks noGrp="1"/>
          </p:cNvSpPr>
          <p:nvPr>
            <p:ph type="body" sz="quarter" idx="10"/>
          </p:nvPr>
        </p:nvSpPr>
        <p:spPr>
          <a:xfrm>
            <a:off x="407988" y="1368781"/>
            <a:ext cx="11403012" cy="4876800"/>
          </a:xfrm>
        </p:spPr>
        <p:txBody>
          <a:bodyPr tIns="36000">
            <a:noAutofit/>
          </a:bodyPr>
          <a:lstStyle>
            <a:lvl1pPr>
              <a:defRPr spc="-20" baseline="0"/>
            </a:lvl1pPr>
            <a:lvl2pPr>
              <a:defRPr spc="-20" baseline="0"/>
            </a:lvl2pPr>
            <a:lvl3pPr>
              <a:defRPr spc="-20" baseline="0"/>
            </a:lvl3pPr>
            <a:lvl4pPr>
              <a:defRPr spc="-20" baseline="0"/>
            </a:lvl4pPr>
            <a:lvl5pPr marL="1076325" indent="-228600">
              <a:defRPr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lowchart: Decision 2">
            <a:extLst>
              <a:ext uri="{FF2B5EF4-FFF2-40B4-BE49-F238E27FC236}">
                <a16:creationId xmlns:a16="http://schemas.microsoft.com/office/drawing/2014/main" id="{9A8F7E11-5B0A-4AF4-AB98-FF1A200CAFBE}"/>
              </a:ext>
            </a:extLst>
          </p:cNvPr>
          <p:cNvSpPr/>
          <p:nvPr userDrawn="1"/>
        </p:nvSpPr>
        <p:spPr>
          <a:xfrm>
            <a:off x="-733456" y="2572130"/>
            <a:ext cx="1466907" cy="845513"/>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7" name="Flowchart: Decision 6">
            <a:extLst>
              <a:ext uri="{FF2B5EF4-FFF2-40B4-BE49-F238E27FC236}">
                <a16:creationId xmlns:a16="http://schemas.microsoft.com/office/drawing/2014/main" id="{ADF7B211-E921-4D40-A122-2A8884620A18}"/>
              </a:ext>
            </a:extLst>
          </p:cNvPr>
          <p:cNvSpPr/>
          <p:nvPr userDrawn="1"/>
        </p:nvSpPr>
        <p:spPr>
          <a:xfrm>
            <a:off x="9755171" y="-574889"/>
            <a:ext cx="2915253" cy="1680327"/>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8" name="Flowchart: Decision 7">
            <a:extLst>
              <a:ext uri="{FF2B5EF4-FFF2-40B4-BE49-F238E27FC236}">
                <a16:creationId xmlns:a16="http://schemas.microsoft.com/office/drawing/2014/main" id="{FFC09DC6-3692-45C8-BFDA-A0B0D39BED46}"/>
              </a:ext>
            </a:extLst>
          </p:cNvPr>
          <p:cNvSpPr/>
          <p:nvPr userDrawn="1"/>
        </p:nvSpPr>
        <p:spPr>
          <a:xfrm>
            <a:off x="10031237" y="2114422"/>
            <a:ext cx="2915253" cy="1680327"/>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9" name="Flowchart: Decision 8">
            <a:extLst>
              <a:ext uri="{FF2B5EF4-FFF2-40B4-BE49-F238E27FC236}">
                <a16:creationId xmlns:a16="http://schemas.microsoft.com/office/drawing/2014/main" id="{3B7D3554-CF39-47FD-B6D3-3C7E7E454012}"/>
              </a:ext>
            </a:extLst>
          </p:cNvPr>
          <p:cNvSpPr/>
          <p:nvPr userDrawn="1"/>
        </p:nvSpPr>
        <p:spPr>
          <a:xfrm>
            <a:off x="7472218" y="-235009"/>
            <a:ext cx="2065169" cy="1190346"/>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0" name="Flowchart: Decision 9">
            <a:extLst>
              <a:ext uri="{FF2B5EF4-FFF2-40B4-BE49-F238E27FC236}">
                <a16:creationId xmlns:a16="http://schemas.microsoft.com/office/drawing/2014/main" id="{F5E4D09A-C5DE-41D9-B75A-2ED508FEA981}"/>
              </a:ext>
            </a:extLst>
          </p:cNvPr>
          <p:cNvSpPr/>
          <p:nvPr userDrawn="1"/>
        </p:nvSpPr>
        <p:spPr>
          <a:xfrm>
            <a:off x="1637734" y="5656647"/>
            <a:ext cx="2915253" cy="1680327"/>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1" name="Flowchart: Decision 10">
            <a:extLst>
              <a:ext uri="{FF2B5EF4-FFF2-40B4-BE49-F238E27FC236}">
                <a16:creationId xmlns:a16="http://schemas.microsoft.com/office/drawing/2014/main" id="{74145F29-E818-46E0-8500-83FB240D425C}"/>
              </a:ext>
            </a:extLst>
          </p:cNvPr>
          <p:cNvSpPr/>
          <p:nvPr userDrawn="1"/>
        </p:nvSpPr>
        <p:spPr>
          <a:xfrm>
            <a:off x="1999584" y="4565254"/>
            <a:ext cx="2915253" cy="1680327"/>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2" name="Flowchart: Decision 11">
            <a:extLst>
              <a:ext uri="{FF2B5EF4-FFF2-40B4-BE49-F238E27FC236}">
                <a16:creationId xmlns:a16="http://schemas.microsoft.com/office/drawing/2014/main" id="{0F1985A4-DEA8-4504-8ECB-5B7AC4823704}"/>
              </a:ext>
            </a:extLst>
          </p:cNvPr>
          <p:cNvSpPr/>
          <p:nvPr userDrawn="1"/>
        </p:nvSpPr>
        <p:spPr>
          <a:xfrm>
            <a:off x="-1926662" y="3473861"/>
            <a:ext cx="5401756" cy="3113526"/>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3" name="Flowchart: Decision 12">
            <a:extLst>
              <a:ext uri="{FF2B5EF4-FFF2-40B4-BE49-F238E27FC236}">
                <a16:creationId xmlns:a16="http://schemas.microsoft.com/office/drawing/2014/main" id="{D0D7AA70-1B84-461F-BF30-D143A12CC457}"/>
              </a:ext>
            </a:extLst>
          </p:cNvPr>
          <p:cNvSpPr/>
          <p:nvPr userDrawn="1"/>
        </p:nvSpPr>
        <p:spPr>
          <a:xfrm>
            <a:off x="9148959" y="252000"/>
            <a:ext cx="5401756" cy="3113526"/>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4" name="Flowchart: Decision 13">
            <a:extLst>
              <a:ext uri="{FF2B5EF4-FFF2-40B4-BE49-F238E27FC236}">
                <a16:creationId xmlns:a16="http://schemas.microsoft.com/office/drawing/2014/main" id="{7A1F1097-D12B-4774-B7AC-493A0E1661FD}"/>
              </a:ext>
            </a:extLst>
          </p:cNvPr>
          <p:cNvSpPr/>
          <p:nvPr userDrawn="1"/>
        </p:nvSpPr>
        <p:spPr>
          <a:xfrm>
            <a:off x="10599562" y="5241439"/>
            <a:ext cx="1466907" cy="845513"/>
          </a:xfrm>
          <a:prstGeom prst="flowChartDecision">
            <a:avLst/>
          </a:prstGeom>
          <a:solidFill>
            <a:srgbClr val="FFFFF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Tree>
    <p:extLst>
      <p:ext uri="{BB962C8B-B14F-4D97-AF65-F5344CB8AC3E}">
        <p14:creationId xmlns:p14="http://schemas.microsoft.com/office/powerpoint/2010/main" val="42080904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4255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5EF0-C000-4F20-2376-8022B168F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A1CF96-0C3E-9FFE-0DF6-3E39075DF0F8}"/>
              </a:ext>
            </a:extLst>
          </p:cNvPr>
          <p:cNvSpPr>
            <a:spLocks noGrp="1"/>
          </p:cNvSpPr>
          <p:nvPr>
            <p:ph idx="1"/>
          </p:nvPr>
        </p:nvSpPr>
        <p:spPr/>
        <p:txBody>
          <a:bodyPr/>
          <a:lstStyle/>
          <a:p>
            <a:pPr lvl="0"/>
            <a:endParaRPr lang="en-US" dirty="0"/>
          </a:p>
        </p:txBody>
      </p:sp>
      <p:sp>
        <p:nvSpPr>
          <p:cNvPr id="4" name="Date Placeholder 3">
            <a:extLst>
              <a:ext uri="{FF2B5EF4-FFF2-40B4-BE49-F238E27FC236}">
                <a16:creationId xmlns:a16="http://schemas.microsoft.com/office/drawing/2014/main" id="{7B159DDC-AA09-8270-7290-736BC5F2813B}"/>
              </a:ext>
            </a:extLst>
          </p:cNvPr>
          <p:cNvSpPr>
            <a:spLocks noGrp="1"/>
          </p:cNvSpPr>
          <p:nvPr>
            <p:ph type="dt" sz="half" idx="10"/>
          </p:nvPr>
        </p:nvSpPr>
        <p:spPr/>
        <p:txBody>
          <a:bodyPr/>
          <a:lstStyle/>
          <a:p>
            <a:fld id="{62FD63A6-B00A-4B16-A34B-5D7F56FF2733}" type="datetimeFigureOut">
              <a:rPr lang="en-US" smtClean="0"/>
              <a:t>10/19/2026</a:t>
            </a:fld>
            <a:endParaRPr lang="en-US"/>
          </a:p>
        </p:txBody>
      </p:sp>
      <p:sp>
        <p:nvSpPr>
          <p:cNvPr id="5" name="Footer Placeholder 4">
            <a:extLst>
              <a:ext uri="{FF2B5EF4-FFF2-40B4-BE49-F238E27FC236}">
                <a16:creationId xmlns:a16="http://schemas.microsoft.com/office/drawing/2014/main" id="{2219105B-F4A5-826A-05DC-1546C015A9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94E75B-4EB7-5D00-1DDD-C2EECD781D70}"/>
              </a:ext>
            </a:extLst>
          </p:cNvPr>
          <p:cNvSpPr>
            <a:spLocks noGrp="1"/>
          </p:cNvSpPr>
          <p:nvPr>
            <p:ph type="sldNum" sz="quarter" idx="12"/>
          </p:nvPr>
        </p:nvSpPr>
        <p:spPr/>
        <p:txBody>
          <a:bodyPr/>
          <a:lstStyle/>
          <a:p>
            <a:fld id="{904A3BB5-7D7B-4E68-A332-E0D61FCBF4DB}" type="slidenum">
              <a:rPr lang="en-US" smtClean="0"/>
              <a:t>‹#›</a:t>
            </a:fld>
            <a:endParaRPr lang="en-US"/>
          </a:p>
        </p:txBody>
      </p:sp>
    </p:spTree>
    <p:extLst>
      <p:ext uri="{BB962C8B-B14F-4D97-AF65-F5344CB8AC3E}">
        <p14:creationId xmlns:p14="http://schemas.microsoft.com/office/powerpoint/2010/main" val="377423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theme" Target="../theme/theme2.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slideLayout" Target="../slideLayouts/slideLayout63.xml"/><Relationship Id="rId7" Type="http://schemas.openxmlformats.org/officeDocument/2006/relationships/image" Target="../media/image19.svg"/><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image" Target="../media/image18.svg"/><Relationship Id="rId5" Type="http://schemas.openxmlformats.org/officeDocument/2006/relationships/theme" Target="../theme/theme3.xml"/><Relationship Id="rId4"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6.xml"/><Relationship Id="rId1" Type="http://schemas.openxmlformats.org/officeDocument/2006/relationships/slideLayout" Target="../slideLayouts/slideLayout65.xml"/><Relationship Id="rId4" Type="http://schemas.openxmlformats.org/officeDocument/2006/relationships/image" Target="../media/image2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1D9AF-0939-4A47-A74C-B31C95A07683}"/>
              </a:ext>
            </a:extLst>
          </p:cNvPr>
          <p:cNvSpPr>
            <a:spLocks noGrp="1"/>
          </p:cNvSpPr>
          <p:nvPr>
            <p:ph type="title"/>
          </p:nvPr>
        </p:nvSpPr>
        <p:spPr>
          <a:xfrm>
            <a:off x="604837" y="155737"/>
            <a:ext cx="10978762" cy="950719"/>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CDF1902A-F270-47A4-B188-6433C6C1D3A5}"/>
              </a:ext>
            </a:extLst>
          </p:cNvPr>
          <p:cNvSpPr>
            <a:spLocks noGrp="1"/>
          </p:cNvSpPr>
          <p:nvPr>
            <p:ph type="body" idx="1"/>
          </p:nvPr>
        </p:nvSpPr>
        <p:spPr>
          <a:xfrm>
            <a:off x="604837" y="1268412"/>
            <a:ext cx="10978761" cy="5113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79F6D77A-8223-2FEF-6FB9-73B2B067B365}"/>
              </a:ext>
            </a:extLst>
          </p:cNvPr>
          <p:cNvSpPr txBox="1"/>
          <p:nvPr userDrawn="1"/>
        </p:nvSpPr>
        <p:spPr bwMode="gray">
          <a:xfrm>
            <a:off x="6469770" y="6531765"/>
            <a:ext cx="5121773" cy="282798"/>
          </a:xfrm>
          <a:prstGeom prst="rect">
            <a:avLst/>
          </a:prstGeom>
          <a:noFill/>
        </p:spPr>
        <p:txBody>
          <a:bodyPr vert="horz" lIns="91440" tIns="45720" rIns="0" bIns="45720" rtlCol="0" anchor="ctr"/>
          <a:lstStyle>
            <a:defPPr>
              <a:defRPr lang="en-US"/>
            </a:defPPr>
            <a:lvl1pPr algn="r">
              <a:defRPr sz="800">
                <a:solidFill>
                  <a:schemeClr val="tx1">
                    <a:tint val="75000"/>
                  </a:schemeClr>
                </a:solidFill>
                <a:latin typeface="Ubuntu Light" panose="020B0304030602030204" pitchFamily="34" charset="0"/>
              </a:defRPr>
            </a:lvl1pPr>
          </a:lstStyle>
          <a:p>
            <a:pPr lvl="0"/>
            <a:r>
              <a:rPr lang="en-US" noProof="0">
                <a:solidFill>
                  <a:schemeClr val="bg1">
                    <a:lumMod val="50000"/>
                    <a:alpha val="60000"/>
                  </a:schemeClr>
                </a:solidFill>
                <a:latin typeface="+mn-lt"/>
              </a:rPr>
              <a:t>Company Confidential © </a:t>
            </a:r>
            <a:fld id="{48E0A028-F8CB-420B-9519-052011F55761}" type="datetimeyyyy">
              <a:rPr lang="en-US" noProof="0" smtClean="0">
                <a:solidFill>
                  <a:schemeClr val="bg1">
                    <a:lumMod val="50000"/>
                    <a:alpha val="60000"/>
                  </a:schemeClr>
                </a:solidFill>
                <a:latin typeface="+mn-lt"/>
              </a:rPr>
              <a:t>2026</a:t>
            </a:fld>
            <a:r>
              <a:rPr lang="en-US" noProof="0">
                <a:solidFill>
                  <a:schemeClr val="bg1">
                    <a:lumMod val="50000"/>
                    <a:alpha val="60000"/>
                  </a:schemeClr>
                </a:solidFill>
                <a:latin typeface="+mn-lt"/>
              </a:rPr>
              <a:t> Sogeti. All rights reserved</a:t>
            </a:r>
          </a:p>
        </p:txBody>
      </p:sp>
    </p:spTree>
    <p:extLst>
      <p:ext uri="{BB962C8B-B14F-4D97-AF65-F5344CB8AC3E}">
        <p14:creationId xmlns:p14="http://schemas.microsoft.com/office/powerpoint/2010/main" val="2230528307"/>
      </p:ext>
    </p:extLst>
  </p:cSld>
  <p:clrMap bg1="lt1" tx1="dk1" bg2="lt2" tx2="dk2" accent1="accent1" accent2="accent2" accent3="accent3" accent4="accent4" accent5="accent5" accent6="accent6" hlink="hlink" folHlink="folHlink"/>
  <p:sldLayoutIdLst>
    <p:sldLayoutId id="2147483812" r:id="rId1"/>
    <p:sldLayoutId id="2147483889" r:id="rId2"/>
    <p:sldLayoutId id="2147483858" r:id="rId3"/>
    <p:sldLayoutId id="2147483890" r:id="rId4"/>
    <p:sldLayoutId id="2147483870" r:id="rId5"/>
    <p:sldLayoutId id="2147483871" r:id="rId6"/>
    <p:sldLayoutId id="2147483872" r:id="rId7"/>
    <p:sldLayoutId id="2147483873" r:id="rId8"/>
    <p:sldLayoutId id="2147483856" r:id="rId9"/>
    <p:sldLayoutId id="2147483864" r:id="rId10"/>
    <p:sldLayoutId id="2147483866" r:id="rId11"/>
    <p:sldLayoutId id="2147483882" r:id="rId12"/>
    <p:sldLayoutId id="2147483867" r:id="rId13"/>
    <p:sldLayoutId id="2147483868" r:id="rId14"/>
    <p:sldLayoutId id="2147483869" r:id="rId15"/>
    <p:sldLayoutId id="2147483883" r:id="rId16"/>
    <p:sldLayoutId id="2147483839" r:id="rId17"/>
    <p:sldLayoutId id="2147483874" r:id="rId18"/>
    <p:sldLayoutId id="2147483875" r:id="rId19"/>
    <p:sldLayoutId id="2147483876" r:id="rId20"/>
    <p:sldLayoutId id="2147483877" r:id="rId21"/>
    <p:sldLayoutId id="2147483884" r:id="rId22"/>
    <p:sldLayoutId id="2147483878" r:id="rId23"/>
    <p:sldLayoutId id="2147483847" r:id="rId24"/>
    <p:sldLayoutId id="2147483879" r:id="rId25"/>
    <p:sldLayoutId id="2147483830" r:id="rId26"/>
    <p:sldLayoutId id="2147483885" r:id="rId27"/>
    <p:sldLayoutId id="2147483886" r:id="rId28"/>
    <p:sldLayoutId id="2147483892" r:id="rId29"/>
    <p:sldLayoutId id="2147483853"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2800" kern="1200" spc="-20" baseline="0">
          <a:solidFill>
            <a:schemeClr val="tx1"/>
          </a:solidFill>
          <a:latin typeface="+mj-lt"/>
          <a:ea typeface="+mj-ea"/>
          <a:cs typeface="+mj-cs"/>
        </a:defRPr>
      </a:lvl1pPr>
    </p:titleStyle>
    <p:bodyStyle>
      <a:lvl1pPr marL="0" indent="0" algn="l" defTabSz="828000" rtl="0" eaLnBrk="1" latinLnBrk="0" hangingPunct="1">
        <a:lnSpc>
          <a:spcPct val="105000"/>
        </a:lnSpc>
        <a:spcBef>
          <a:spcPts val="600"/>
        </a:spcBef>
        <a:spcAft>
          <a:spcPts val="0"/>
        </a:spcAft>
        <a:buClr>
          <a:schemeClr val="accent2"/>
        </a:buClr>
        <a:buFont typeface="Wingdings" panose="05000000000000000000" pitchFamily="2" charset="2"/>
        <a:buNone/>
        <a:defRPr sz="2400" kern="1200" spc="-20" baseline="0">
          <a:solidFill>
            <a:schemeClr val="tx1"/>
          </a:solidFill>
          <a:latin typeface="+mn-lt"/>
          <a:ea typeface="+mn-ea"/>
          <a:cs typeface="+mn-cs"/>
        </a:defRPr>
      </a:lvl1pPr>
      <a:lvl2pPr marL="266700" indent="-266700" algn="l" defTabSz="828000" rtl="0" eaLnBrk="1" latinLnBrk="0" hangingPunct="1">
        <a:lnSpc>
          <a:spcPct val="105000"/>
        </a:lnSpc>
        <a:spcBef>
          <a:spcPts val="600"/>
        </a:spcBef>
        <a:spcAft>
          <a:spcPts val="0"/>
        </a:spcAft>
        <a:buClr>
          <a:schemeClr val="accent2"/>
        </a:buClr>
        <a:buFont typeface="Wingdings" panose="05000000000000000000" pitchFamily="2" charset="2"/>
        <a:buChar char="§"/>
        <a:defRPr sz="2400" kern="1200" spc="-20" baseline="0">
          <a:solidFill>
            <a:schemeClr val="tx1"/>
          </a:solidFill>
          <a:latin typeface="+mn-lt"/>
          <a:ea typeface="+mn-ea"/>
          <a:cs typeface="+mn-cs"/>
        </a:defRPr>
      </a:lvl2pPr>
      <a:lvl3pPr marL="542925" indent="-276225" algn="l" defTabSz="828000" rtl="0" eaLnBrk="1" latinLnBrk="0" hangingPunct="1">
        <a:lnSpc>
          <a:spcPct val="105000"/>
        </a:lnSpc>
        <a:spcBef>
          <a:spcPts val="600"/>
        </a:spcBef>
        <a:spcAft>
          <a:spcPts val="0"/>
        </a:spcAft>
        <a:buClr>
          <a:schemeClr val="accent2"/>
        </a:buClr>
        <a:buFont typeface="Wingdings" panose="05000000000000000000" pitchFamily="2" charset="2"/>
        <a:buChar char="§"/>
        <a:defRPr sz="2000" kern="1200" spc="-20" baseline="0">
          <a:solidFill>
            <a:schemeClr val="tx1"/>
          </a:solidFill>
          <a:latin typeface="+mn-lt"/>
          <a:ea typeface="+mn-ea"/>
          <a:cs typeface="+mn-cs"/>
        </a:defRPr>
      </a:lvl3pPr>
      <a:lvl4pPr marL="809625" indent="-266700" algn="l" defTabSz="828000" rtl="0" eaLnBrk="1" latinLnBrk="0" hangingPunct="1">
        <a:lnSpc>
          <a:spcPct val="105000"/>
        </a:lnSpc>
        <a:spcBef>
          <a:spcPts val="600"/>
        </a:spcBef>
        <a:spcAft>
          <a:spcPts val="0"/>
        </a:spcAft>
        <a:buClr>
          <a:schemeClr val="accent2"/>
        </a:buClr>
        <a:buFont typeface="Symbol" panose="05050102010706020507" pitchFamily="18" charset="2"/>
        <a:buChar char="-"/>
        <a:defRPr sz="1800" kern="1200" spc="-20" baseline="0">
          <a:solidFill>
            <a:schemeClr val="tx1"/>
          </a:solidFill>
          <a:latin typeface="+mn-lt"/>
          <a:ea typeface="+mn-ea"/>
          <a:cs typeface="+mn-cs"/>
        </a:defRPr>
      </a:lvl4pPr>
      <a:lvl5pPr marL="1076325" indent="-266700" algn="l" defTabSz="828000" rtl="0" eaLnBrk="1" latinLnBrk="0" hangingPunct="1">
        <a:lnSpc>
          <a:spcPct val="105000"/>
        </a:lnSpc>
        <a:spcBef>
          <a:spcPts val="600"/>
        </a:spcBef>
        <a:spcAft>
          <a:spcPts val="0"/>
        </a:spcAft>
        <a:buClr>
          <a:schemeClr val="accent2"/>
        </a:buClr>
        <a:buFont typeface="Symbol" panose="05050102010706020507" pitchFamily="18" charset="2"/>
        <a:buChar char="-"/>
        <a:defRPr sz="18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81" userDrawn="1">
          <p15:clr>
            <a:srgbClr val="F26B43"/>
          </p15:clr>
        </p15:guide>
        <p15:guide id="4" pos="7298" userDrawn="1">
          <p15:clr>
            <a:srgbClr val="F26B43"/>
          </p15:clr>
        </p15:guide>
        <p15:guide id="5" pos="765" userDrawn="1">
          <p15:clr>
            <a:srgbClr val="F26B43"/>
          </p15:clr>
        </p15:guide>
        <p15:guide id="6" pos="6915" userDrawn="1">
          <p15:clr>
            <a:srgbClr val="F26B43"/>
          </p15:clr>
        </p15:guide>
        <p15:guide id="7" orient="horz" pos="799" userDrawn="1">
          <p15:clr>
            <a:srgbClr val="F26B43"/>
          </p15:clr>
        </p15:guide>
        <p15:guide id="8" orient="horz" pos="84" userDrawn="1">
          <p15:clr>
            <a:srgbClr val="F26B43"/>
          </p15:clr>
        </p15:guide>
        <p15:guide id="9" orient="horz" pos="696" userDrawn="1">
          <p15:clr>
            <a:srgbClr val="F26B43"/>
          </p15:clr>
        </p15:guide>
        <p15:guide id="10" orient="horz" pos="4104" userDrawn="1">
          <p15:clr>
            <a:srgbClr val="F26B43"/>
          </p15:clr>
        </p15:guide>
        <p15:guide id="11"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1D9AF-0939-4A47-A74C-B31C95A07683}"/>
              </a:ext>
            </a:extLst>
          </p:cNvPr>
          <p:cNvSpPr>
            <a:spLocks noGrp="1"/>
          </p:cNvSpPr>
          <p:nvPr>
            <p:ph type="title"/>
          </p:nvPr>
        </p:nvSpPr>
        <p:spPr>
          <a:xfrm>
            <a:off x="604837" y="155737"/>
            <a:ext cx="10978762" cy="950719"/>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CDF1902A-F270-47A4-B188-6433C6C1D3A5}"/>
              </a:ext>
            </a:extLst>
          </p:cNvPr>
          <p:cNvSpPr>
            <a:spLocks noGrp="1"/>
          </p:cNvSpPr>
          <p:nvPr>
            <p:ph type="body" idx="1"/>
          </p:nvPr>
        </p:nvSpPr>
        <p:spPr>
          <a:xfrm>
            <a:off x="604837" y="1268412"/>
            <a:ext cx="10978761" cy="5113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79F6D77A-8223-2FEF-6FB9-73B2B067B365}"/>
              </a:ext>
            </a:extLst>
          </p:cNvPr>
          <p:cNvSpPr txBox="1"/>
          <p:nvPr userDrawn="1"/>
        </p:nvSpPr>
        <p:spPr bwMode="gray">
          <a:xfrm>
            <a:off x="6469770" y="6531765"/>
            <a:ext cx="5121773" cy="282798"/>
          </a:xfrm>
          <a:prstGeom prst="rect">
            <a:avLst/>
          </a:prstGeom>
          <a:noFill/>
        </p:spPr>
        <p:txBody>
          <a:bodyPr vert="horz" lIns="91440" tIns="45720" rIns="0" bIns="45720" rtlCol="0" anchor="ctr"/>
          <a:lstStyle>
            <a:defPPr>
              <a:defRPr lang="en-US"/>
            </a:defPPr>
            <a:lvl1pPr algn="r">
              <a:defRPr sz="800">
                <a:solidFill>
                  <a:schemeClr val="tx1">
                    <a:tint val="75000"/>
                  </a:schemeClr>
                </a:solidFill>
                <a:latin typeface="Ubuntu Light" panose="020B0304030602030204" pitchFamily="34" charset="0"/>
              </a:defRPr>
            </a:lvl1pPr>
          </a:lstStyle>
          <a:p>
            <a:pPr lvl="0"/>
            <a:r>
              <a:rPr lang="en-US" noProof="0">
                <a:solidFill>
                  <a:schemeClr val="bg1">
                    <a:alpha val="48000"/>
                  </a:schemeClr>
                </a:solidFill>
                <a:latin typeface="+mn-lt"/>
              </a:rPr>
              <a:t>Company Confidential © </a:t>
            </a:r>
            <a:fld id="{48E0A028-F8CB-420B-9519-052011F55761}" type="datetimeyyyy">
              <a:rPr lang="en-US" noProof="0" smtClean="0">
                <a:solidFill>
                  <a:schemeClr val="bg1">
                    <a:alpha val="48000"/>
                  </a:schemeClr>
                </a:solidFill>
                <a:latin typeface="+mn-lt"/>
              </a:rPr>
              <a:t>2026</a:t>
            </a:fld>
            <a:r>
              <a:rPr lang="en-US" noProof="0">
                <a:solidFill>
                  <a:schemeClr val="bg1">
                    <a:alpha val="48000"/>
                  </a:schemeClr>
                </a:solidFill>
                <a:latin typeface="+mn-lt"/>
              </a:rPr>
              <a:t> Sogeti. All rights reserved</a:t>
            </a:r>
          </a:p>
        </p:txBody>
      </p:sp>
    </p:spTree>
    <p:extLst>
      <p:ext uri="{BB962C8B-B14F-4D97-AF65-F5344CB8AC3E}">
        <p14:creationId xmlns:p14="http://schemas.microsoft.com/office/powerpoint/2010/main" val="2215298926"/>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5" r:id="rId10"/>
    <p:sldLayoutId id="2147483903" r:id="rId11"/>
    <p:sldLayoutId id="2147483904" r:id="rId12"/>
    <p:sldLayoutId id="2147483906" r:id="rId13"/>
    <p:sldLayoutId id="2147483907" r:id="rId14"/>
    <p:sldLayoutId id="2147483908" r:id="rId15"/>
    <p:sldLayoutId id="2147483909" r:id="rId16"/>
    <p:sldLayoutId id="2147483910" r:id="rId17"/>
    <p:sldLayoutId id="2147483911" r:id="rId18"/>
    <p:sldLayoutId id="2147483912" r:id="rId19"/>
    <p:sldLayoutId id="2147483913" r:id="rId20"/>
    <p:sldLayoutId id="2147483915" r:id="rId21"/>
    <p:sldLayoutId id="2147483916" r:id="rId22"/>
    <p:sldLayoutId id="2147483917" r:id="rId23"/>
    <p:sldLayoutId id="2147483918" r:id="rId24"/>
    <p:sldLayoutId id="2147483919" r:id="rId25"/>
    <p:sldLayoutId id="2147483923" r:id="rId26"/>
    <p:sldLayoutId id="2147483924" r:id="rId27"/>
    <p:sldLayoutId id="2147483891" r:id="rId28"/>
    <p:sldLayoutId id="2147483926" r:id="rId29"/>
    <p:sldLayoutId id="2147483920"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2800" kern="1200" spc="-20" baseline="0">
          <a:solidFill>
            <a:schemeClr val="bg2"/>
          </a:solidFill>
          <a:latin typeface="+mj-lt"/>
          <a:ea typeface="+mj-ea"/>
          <a:cs typeface="+mj-cs"/>
        </a:defRPr>
      </a:lvl1pPr>
    </p:titleStyle>
    <p:bodyStyle>
      <a:lvl1pPr marL="0" indent="0" algn="l" defTabSz="828000" rtl="0" eaLnBrk="1" latinLnBrk="0" hangingPunct="1">
        <a:lnSpc>
          <a:spcPct val="105000"/>
        </a:lnSpc>
        <a:spcBef>
          <a:spcPts val="600"/>
        </a:spcBef>
        <a:spcAft>
          <a:spcPts val="0"/>
        </a:spcAft>
        <a:buClr>
          <a:schemeClr val="accent2"/>
        </a:buClr>
        <a:buFont typeface="Wingdings" panose="05000000000000000000" pitchFamily="2" charset="2"/>
        <a:buNone/>
        <a:defRPr sz="2400" kern="1200" spc="-20" baseline="0">
          <a:solidFill>
            <a:schemeClr val="bg2"/>
          </a:solidFill>
          <a:latin typeface="+mn-lt"/>
          <a:ea typeface="+mn-ea"/>
          <a:cs typeface="+mn-cs"/>
        </a:defRPr>
      </a:lvl1pPr>
      <a:lvl2pPr marL="266700" indent="-266700" algn="l" defTabSz="828000" rtl="0" eaLnBrk="1" latinLnBrk="0" hangingPunct="1">
        <a:lnSpc>
          <a:spcPct val="105000"/>
        </a:lnSpc>
        <a:spcBef>
          <a:spcPts val="600"/>
        </a:spcBef>
        <a:spcAft>
          <a:spcPts val="0"/>
        </a:spcAft>
        <a:buClr>
          <a:schemeClr val="accent2"/>
        </a:buClr>
        <a:buFont typeface="Wingdings" panose="05000000000000000000" pitchFamily="2" charset="2"/>
        <a:buChar char="§"/>
        <a:defRPr sz="2400" kern="1200" spc="-20" baseline="0">
          <a:solidFill>
            <a:schemeClr val="bg2"/>
          </a:solidFill>
          <a:latin typeface="+mn-lt"/>
          <a:ea typeface="+mn-ea"/>
          <a:cs typeface="+mn-cs"/>
        </a:defRPr>
      </a:lvl2pPr>
      <a:lvl3pPr marL="542925" indent="-276225" algn="l" defTabSz="828000" rtl="0" eaLnBrk="1" latinLnBrk="0" hangingPunct="1">
        <a:lnSpc>
          <a:spcPct val="105000"/>
        </a:lnSpc>
        <a:spcBef>
          <a:spcPts val="600"/>
        </a:spcBef>
        <a:spcAft>
          <a:spcPts val="0"/>
        </a:spcAft>
        <a:buClr>
          <a:schemeClr val="accent2"/>
        </a:buClr>
        <a:buFont typeface="Wingdings" panose="05000000000000000000" pitchFamily="2" charset="2"/>
        <a:buChar char="§"/>
        <a:defRPr sz="2000" kern="1200" spc="-20" baseline="0">
          <a:solidFill>
            <a:schemeClr val="bg2"/>
          </a:solidFill>
          <a:latin typeface="+mn-lt"/>
          <a:ea typeface="+mn-ea"/>
          <a:cs typeface="+mn-cs"/>
        </a:defRPr>
      </a:lvl3pPr>
      <a:lvl4pPr marL="809625" indent="-266700" algn="l" defTabSz="828000" rtl="0" eaLnBrk="1" latinLnBrk="0" hangingPunct="1">
        <a:lnSpc>
          <a:spcPct val="105000"/>
        </a:lnSpc>
        <a:spcBef>
          <a:spcPts val="600"/>
        </a:spcBef>
        <a:spcAft>
          <a:spcPts val="0"/>
        </a:spcAft>
        <a:buClr>
          <a:schemeClr val="accent2"/>
        </a:buClr>
        <a:buFont typeface="Symbol" panose="05050102010706020507" pitchFamily="18" charset="2"/>
        <a:buChar char="-"/>
        <a:defRPr sz="1800" kern="1200" spc="-20" baseline="0">
          <a:solidFill>
            <a:schemeClr val="bg2"/>
          </a:solidFill>
          <a:latin typeface="+mn-lt"/>
          <a:ea typeface="+mn-ea"/>
          <a:cs typeface="+mn-cs"/>
        </a:defRPr>
      </a:lvl4pPr>
      <a:lvl5pPr marL="1076325" indent="-266700" algn="l" defTabSz="828000" rtl="0" eaLnBrk="1" latinLnBrk="0" hangingPunct="1">
        <a:lnSpc>
          <a:spcPct val="105000"/>
        </a:lnSpc>
        <a:spcBef>
          <a:spcPts val="600"/>
        </a:spcBef>
        <a:spcAft>
          <a:spcPts val="0"/>
        </a:spcAft>
        <a:buClr>
          <a:schemeClr val="accent2"/>
        </a:buClr>
        <a:buFont typeface="Symbol" panose="05050102010706020507" pitchFamily="18" charset="2"/>
        <a:buChar char="-"/>
        <a:defRPr sz="1800" kern="1200" spc="-20" baseline="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1">
          <p15:clr>
            <a:srgbClr val="F26B43"/>
          </p15:clr>
        </p15:guide>
        <p15:guide id="4" pos="7298">
          <p15:clr>
            <a:srgbClr val="F26B43"/>
          </p15:clr>
        </p15:guide>
        <p15:guide id="5" pos="765">
          <p15:clr>
            <a:srgbClr val="F26B43"/>
          </p15:clr>
        </p15:guide>
        <p15:guide id="6" pos="6915">
          <p15:clr>
            <a:srgbClr val="F26B43"/>
          </p15:clr>
        </p15:guide>
        <p15:guide id="7" orient="horz" pos="799">
          <p15:clr>
            <a:srgbClr val="F26B43"/>
          </p15:clr>
        </p15:guide>
        <p15:guide id="8" orient="horz" pos="84">
          <p15:clr>
            <a:srgbClr val="F26B43"/>
          </p15:clr>
        </p15:guide>
        <p15:guide id="9" orient="horz" pos="696">
          <p15:clr>
            <a:srgbClr val="F26B43"/>
          </p15:clr>
        </p15:guide>
        <p15:guide id="10" orient="horz" pos="4104">
          <p15:clr>
            <a:srgbClr val="F26B43"/>
          </p15:clr>
        </p15:guide>
        <p15:guide id="11" orient="horz" pos="40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251999"/>
            <a:ext cx="11370944" cy="900000"/>
          </a:xfrm>
          <a:prstGeom prst="rect">
            <a:avLst/>
          </a:prstGeom>
        </p:spPr>
        <p:txBody>
          <a:bodyPr vert="horz" lIns="0" tIns="0" rIns="0" bIns="0" rtlCol="0" anchor="ctr" anchorCtr="0">
            <a:normAutofit/>
          </a:bodyPr>
          <a:lstStyle/>
          <a:p>
            <a:pPr lvl="0"/>
            <a:r>
              <a:rPr lang="en-US"/>
              <a:t>Click to edit Master title style</a:t>
            </a:r>
            <a:endParaRPr lang="pt-PT"/>
          </a:p>
        </p:txBody>
      </p:sp>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31" name="Rectangle 27">
            <a:extLst>
              <a:ext uri="{FF2B5EF4-FFF2-40B4-BE49-F238E27FC236}">
                <a16:creationId xmlns:a16="http://schemas.microsoft.com/office/drawing/2014/main" id="{B1C041B5-580E-4CDA-9A27-8726519E723D}"/>
              </a:ext>
            </a:extLst>
          </p:cNvPr>
          <p:cNvSpPr/>
          <p:nvPr userDrawn="1"/>
        </p:nvSpPr>
        <p:spPr>
          <a:xfrm>
            <a:off x="399153" y="65559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0" dirty="0">
                <a:solidFill>
                  <a:schemeClr val="bg2">
                    <a:lumMod val="50000"/>
                  </a:schemeClr>
                </a:solidFill>
                <a:latin typeface="Ubuntu" panose="020B0504030602030204" pitchFamily="34" charset="0"/>
                <a:cs typeface="Arial" panose="020B0604020202020204" pitchFamily="34" charset="0"/>
              </a:rPr>
              <a:t>Sogeti Icons</a:t>
            </a:r>
            <a:endParaRPr lang="en-GB" sz="800" kern="0" dirty="0">
              <a:solidFill>
                <a:schemeClr val="bg2">
                  <a:lumMod val="50000"/>
                </a:schemeClr>
              </a:solidFill>
              <a:latin typeface="Ubuntu" panose="020B0504030602030204" pitchFamily="34" charset="0"/>
              <a:cs typeface="Arial" panose="020B0604020202020204" pitchFamily="34" charset="0"/>
            </a:endParaRPr>
          </a:p>
        </p:txBody>
      </p:sp>
      <p:sp>
        <p:nvSpPr>
          <p:cNvPr id="29" name="Rectangle 27">
            <a:extLst>
              <a:ext uri="{FF2B5EF4-FFF2-40B4-BE49-F238E27FC236}">
                <a16:creationId xmlns:a16="http://schemas.microsoft.com/office/drawing/2014/main" id="{922D2392-71D6-4D34-B7A1-47F0FCFE25E2}"/>
              </a:ext>
            </a:extLst>
          </p:cNvPr>
          <p:cNvSpPr/>
          <p:nvPr userDrawn="1"/>
        </p:nvSpPr>
        <p:spPr>
          <a:xfrm>
            <a:off x="8436248" y="6555971"/>
            <a:ext cx="3356600"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dirty="0">
                <a:solidFill>
                  <a:schemeClr val="bg2">
                    <a:lumMod val="50000"/>
                  </a:schemeClr>
                </a:solidFill>
                <a:latin typeface="Ubuntu" panose="020B0504030602030204" pitchFamily="34" charset="0"/>
                <a:cs typeface="Arial" panose="020B0604020202020204" pitchFamily="34" charset="0"/>
              </a:rPr>
              <a:t>SEC 1 © 2026 Sogeti. All rights reserved</a:t>
            </a:r>
            <a:endParaRPr lang="en-GB" sz="800" kern="0" dirty="0">
              <a:solidFill>
                <a:schemeClr val="bg2">
                  <a:lumMod val="50000"/>
                </a:schemeClr>
              </a:solidFill>
              <a:latin typeface="Ubuntu" panose="020B0504030602030204" pitchFamily="34" charset="0"/>
              <a:cs typeface="Arial" panose="020B0604020202020204" pitchFamily="34" charset="0"/>
            </a:endParaRPr>
          </a:p>
        </p:txBody>
      </p:sp>
      <p:pic>
        <p:nvPicPr>
          <p:cNvPr id="9" name="Graphic 8">
            <a:extLst>
              <a:ext uri="{FF2B5EF4-FFF2-40B4-BE49-F238E27FC236}">
                <a16:creationId xmlns:a16="http://schemas.microsoft.com/office/drawing/2014/main" id="{3CE2DCB4-54BD-8DD3-DB54-9EE28FADF75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H="1">
            <a:off x="12337676" y="0"/>
            <a:ext cx="387163" cy="942975"/>
          </a:xfrm>
          <a:prstGeom prst="rect">
            <a:avLst/>
          </a:prstGeom>
        </p:spPr>
      </p:pic>
      <p:pic>
        <p:nvPicPr>
          <p:cNvPr id="32" name="Graphic 31">
            <a:extLst>
              <a:ext uri="{FF2B5EF4-FFF2-40B4-BE49-F238E27FC236}">
                <a16:creationId xmlns:a16="http://schemas.microsoft.com/office/drawing/2014/main" id="{754A6923-A356-5093-8B10-089CC03CB26A}"/>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2337676" y="1053913"/>
            <a:ext cx="387163" cy="1171575"/>
          </a:xfrm>
          <a:prstGeom prst="rect">
            <a:avLst/>
          </a:prstGeom>
        </p:spPr>
      </p:pic>
      <p:pic>
        <p:nvPicPr>
          <p:cNvPr id="3" name="Graphic 2">
            <a:extLst>
              <a:ext uri="{FF2B5EF4-FFF2-40B4-BE49-F238E27FC236}">
                <a16:creationId xmlns:a16="http://schemas.microsoft.com/office/drawing/2014/main" id="{C4FCBA59-1409-4B2F-097F-912751AB6DB3}"/>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2337676" y="2365001"/>
            <a:ext cx="387163" cy="1171575"/>
          </a:xfrm>
          <a:prstGeom prst="rect">
            <a:avLst/>
          </a:prstGeom>
        </p:spPr>
      </p:pic>
    </p:spTree>
    <p:extLst>
      <p:ext uri="{BB962C8B-B14F-4D97-AF65-F5344CB8AC3E}">
        <p14:creationId xmlns:p14="http://schemas.microsoft.com/office/powerpoint/2010/main" val="329274436"/>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Lst>
  <p:txStyles>
    <p:titleStyle>
      <a:lvl1pPr algn="l" defTabSz="914400" rtl="0" eaLnBrk="1" latinLnBrk="0" hangingPunct="1">
        <a:lnSpc>
          <a:spcPct val="88000"/>
        </a:lnSpc>
        <a:spcBef>
          <a:spcPct val="0"/>
        </a:spcBef>
        <a:buNone/>
        <a:defRPr lang="pt-PT" sz="3000" kern="1200" spc="-40" baseline="0" dirty="0">
          <a:solidFill>
            <a:schemeClr val="tx2"/>
          </a:solidFill>
          <a:latin typeface="Ubuntu" panose="020B050403060203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2400" kern="1200" spc="-30" baseline="0">
          <a:solidFill>
            <a:schemeClr val="tx1"/>
          </a:solidFill>
          <a:latin typeface="Ubuntu" panose="020B0504030602030204" pitchFamily="34" charset="0"/>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2000" kern="1200" spc="-30" baseline="0">
          <a:solidFill>
            <a:schemeClr val="tx1"/>
          </a:solidFill>
          <a:latin typeface="Ubuntu" panose="020B0504030602030204" pitchFamily="34" charset="0"/>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800" kern="1200" spc="-30" baseline="0">
          <a:solidFill>
            <a:schemeClr val="tx1"/>
          </a:solidFill>
          <a:latin typeface="Ubuntu" panose="020B0504030602030204" pitchFamily="34" charset="0"/>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600" kern="1200" spc="-30" baseline="0">
          <a:solidFill>
            <a:schemeClr val="tx1"/>
          </a:solidFill>
          <a:latin typeface="Ubuntu" panose="020B05040306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0C4C865-154D-49A9-AD53-39D5CBED377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963379" y="1999309"/>
            <a:ext cx="4265243" cy="2859381"/>
          </a:xfrm>
          <a:prstGeom prst="rect">
            <a:avLst/>
          </a:prstGeom>
        </p:spPr>
      </p:pic>
    </p:spTree>
    <p:extLst>
      <p:ext uri="{BB962C8B-B14F-4D97-AF65-F5344CB8AC3E}">
        <p14:creationId xmlns:p14="http://schemas.microsoft.com/office/powerpoint/2010/main" val="3630879142"/>
      </p:ext>
    </p:extLst>
  </p:cSld>
  <p:clrMap bg1="lt1" tx1="dk1" bg2="lt2" tx2="dk2" accent1="accent1" accent2="accent2" accent3="accent3" accent4="accent4" accent5="accent5" accent6="accent6" hlink="hlink" folHlink="folHlink"/>
  <p:sldLayoutIdLst>
    <p:sldLayoutId id="2147483933" r:id="rId1"/>
    <p:sldLayoutId id="2147483934"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100"/>
                                        <p:tgtEl>
                                          <p:spTgt spid="8"/>
                                        </p:tgtEl>
                                      </p:cBhvr>
                                    </p:animEffect>
                                  </p:childTnLst>
                                </p:cTn>
                              </p:par>
                              <p:par>
                                <p:cTn id="8" presetID="6" presetClass="emph" presetSubtype="0" decel="100000" fill="hold" nodeType="withEffect">
                                  <p:stCondLst>
                                    <p:cond delay="0"/>
                                  </p:stCondLst>
                                  <p:childTnLst>
                                    <p:animScale>
                                      <p:cBhvr>
                                        <p:cTn id="9" dur="2000"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28.pn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a:extLst>
              <a:ext uri="{FF2B5EF4-FFF2-40B4-BE49-F238E27FC236}">
                <a16:creationId xmlns:a16="http://schemas.microsoft.com/office/drawing/2014/main" id="{D8613BA1-AB13-A040-EBBD-275A96AE187B}"/>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p:blipFill>
        <p:spPr/>
      </p:pic>
      <p:sp>
        <p:nvSpPr>
          <p:cNvPr id="8" name="Text Placeholder 7">
            <a:extLst>
              <a:ext uri="{FF2B5EF4-FFF2-40B4-BE49-F238E27FC236}">
                <a16:creationId xmlns:a16="http://schemas.microsoft.com/office/drawing/2014/main" id="{452C7C0F-DF56-2B00-F076-6948F9EF9262}"/>
              </a:ext>
            </a:extLst>
          </p:cNvPr>
          <p:cNvSpPr>
            <a:spLocks noGrp="1"/>
          </p:cNvSpPr>
          <p:nvPr>
            <p:ph type="body" sz="quarter" idx="11"/>
          </p:nvPr>
        </p:nvSpPr>
        <p:spPr/>
        <p:txBody>
          <a:bodyPr/>
          <a:lstStyle/>
          <a:p>
            <a:endParaRPr lang="en-SE"/>
          </a:p>
        </p:txBody>
      </p:sp>
      <p:sp>
        <p:nvSpPr>
          <p:cNvPr id="6" name="Subtitle 5">
            <a:extLst>
              <a:ext uri="{FF2B5EF4-FFF2-40B4-BE49-F238E27FC236}">
                <a16:creationId xmlns:a16="http://schemas.microsoft.com/office/drawing/2014/main" id="{56EB6E9B-653E-9408-77A3-2E97112AE684}"/>
              </a:ext>
            </a:extLst>
          </p:cNvPr>
          <p:cNvSpPr>
            <a:spLocks noGrp="1"/>
          </p:cNvSpPr>
          <p:nvPr>
            <p:ph type="subTitle" idx="1"/>
          </p:nvPr>
        </p:nvSpPr>
        <p:spPr/>
        <p:txBody>
          <a:bodyPr/>
          <a:lstStyle/>
          <a:p>
            <a:r>
              <a:rPr lang="en-GB"/>
              <a:t>How we use AIxRay in a Jump Start workshop to understand how your work runs today and design how it could run with supervised AI.</a:t>
            </a:r>
          </a:p>
        </p:txBody>
      </p:sp>
      <p:sp>
        <p:nvSpPr>
          <p:cNvPr id="5" name="Title 4">
            <a:extLst>
              <a:ext uri="{FF2B5EF4-FFF2-40B4-BE49-F238E27FC236}">
                <a16:creationId xmlns:a16="http://schemas.microsoft.com/office/drawing/2014/main" id="{6BFDC533-EE05-3E54-3879-172438FE9B05}"/>
              </a:ext>
            </a:extLst>
          </p:cNvPr>
          <p:cNvSpPr>
            <a:spLocks noGrp="1"/>
          </p:cNvSpPr>
          <p:nvPr>
            <p:ph type="title"/>
          </p:nvPr>
        </p:nvSpPr>
        <p:spPr/>
        <p:txBody>
          <a:bodyPr/>
          <a:lstStyle/>
          <a:p>
            <a:r>
              <a:rPr lang="en-GB"/>
              <a:t>See the process. Reimagine the possibilities.</a:t>
            </a:r>
            <a:endParaRPr lang="en-SE"/>
          </a:p>
        </p:txBody>
      </p:sp>
      <p:sp>
        <p:nvSpPr>
          <p:cNvPr id="9" name="Text Placeholder 8">
            <a:extLst>
              <a:ext uri="{FF2B5EF4-FFF2-40B4-BE49-F238E27FC236}">
                <a16:creationId xmlns:a16="http://schemas.microsoft.com/office/drawing/2014/main" id="{2A33D47D-B5CE-48FE-2518-B574EC36F074}"/>
              </a:ext>
            </a:extLst>
          </p:cNvPr>
          <p:cNvSpPr>
            <a:spLocks noGrp="1"/>
          </p:cNvSpPr>
          <p:nvPr>
            <p:ph type="body" sz="quarter" idx="13"/>
          </p:nvPr>
        </p:nvSpPr>
        <p:spPr/>
        <p:txBody>
          <a:bodyPr/>
          <a:lstStyle/>
          <a:p>
            <a:endParaRPr lang="en-SE"/>
          </a:p>
        </p:txBody>
      </p:sp>
      <p:pic>
        <p:nvPicPr>
          <p:cNvPr id="16" name="Picture 15" descr="A picture containing text, sign, outdoor&#10;&#10;Description automatically generated">
            <a:extLst>
              <a:ext uri="{FF2B5EF4-FFF2-40B4-BE49-F238E27FC236}">
                <a16:creationId xmlns:a16="http://schemas.microsoft.com/office/drawing/2014/main" id="{F8DD3873-1B1B-32B7-B858-C5A29F73D1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7298" y="404664"/>
            <a:ext cx="719234" cy="719984"/>
          </a:xfrm>
          <a:prstGeom prst="rect">
            <a:avLst/>
          </a:prstGeom>
        </p:spPr>
      </p:pic>
      <p:pic>
        <p:nvPicPr>
          <p:cNvPr id="2" name="Picture 1" descr="A black background with white letters&#10;&#10;AI-generated content may be incorrect.">
            <a:extLst>
              <a:ext uri="{FF2B5EF4-FFF2-40B4-BE49-F238E27FC236}">
                <a16:creationId xmlns:a16="http://schemas.microsoft.com/office/drawing/2014/main" id="{2CEDCFCC-5A48-FE49-C7FB-0F7F887865BF}"/>
              </a:ext>
            </a:extLst>
          </p:cNvPr>
          <p:cNvPicPr>
            <a:picLocks noChangeAspect="1"/>
          </p:cNvPicPr>
          <p:nvPr/>
        </p:nvPicPr>
        <p:blipFill>
          <a:blip r:embed="rId5">
            <a:alphaModFix/>
            <a:extLst>
              <a:ext uri="{28A0092B-C50C-407E-A947-70E740481C1C}">
                <a14:useLocalDpi xmlns:a14="http://schemas.microsoft.com/office/drawing/2010/main" val="0"/>
              </a:ext>
            </a:extLst>
          </a:blip>
          <a:stretch>
            <a:fillRect/>
          </a:stretch>
        </p:blipFill>
        <p:spPr>
          <a:xfrm>
            <a:off x="5951984" y="5695132"/>
            <a:ext cx="5907784" cy="794964"/>
          </a:xfrm>
          <a:prstGeom prst="rect">
            <a:avLst/>
          </a:prstGeom>
        </p:spPr>
      </p:pic>
    </p:spTree>
    <p:extLst>
      <p:ext uri="{BB962C8B-B14F-4D97-AF65-F5344CB8AC3E}">
        <p14:creationId xmlns:p14="http://schemas.microsoft.com/office/powerpoint/2010/main" val="149192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shared view of a process turns AI ideas into decisions</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EXECUTIVE SUMMARY</a:t>
            </a:r>
          </a:p>
        </p:txBody>
      </p:sp>
      <p:sp>
        <p:nvSpPr>
          <p:cNvPr id="4" name="TextBox 3"/>
          <p:cNvSpPr txBox="1"/>
          <p:nvPr/>
        </p:nvSpPr>
        <p:spPr>
          <a:xfrm>
            <a:off x="603504" y="1600200"/>
            <a:ext cx="4206240" cy="4206240"/>
          </a:xfrm>
          <a:prstGeom prst="rect">
            <a:avLst/>
          </a:prstGeom>
          <a:noFill/>
        </p:spPr>
        <p:txBody>
          <a:bodyPr wrap="square" lIns="0" tIns="0" rIns="0" bIns="0" anchor="t"/>
          <a:lstStyle/>
          <a:p>
            <a:pPr algn="l">
              <a:lnSpc>
                <a:spcPct val="120000"/>
              </a:lnSpc>
              <a:spcAft>
                <a:spcPts val="1400"/>
              </a:spcAft>
            </a:pPr>
            <a:r>
              <a:rPr sz="1700" b="0">
                <a:solidFill>
                  <a:srgbClr val="121A38"/>
                </a:solidFill>
                <a:latin typeface="Ubuntu Light"/>
              </a:rPr>
              <a:t>Many AI conversations stall because nobody can point to where the work happens, who does it and what a change would be worth.</a:t>
            </a:r>
          </a:p>
          <a:p>
            <a:pPr algn="l">
              <a:lnSpc>
                <a:spcPct val="120000"/>
              </a:lnSpc>
              <a:spcAft>
                <a:spcPts val="1400"/>
              </a:spcAft>
            </a:pPr>
            <a:r>
              <a:rPr sz="1700" b="0">
                <a:solidFill>
                  <a:srgbClr val="121A38"/>
                </a:solidFill>
                <a:latin typeface="Ubuntu Light"/>
              </a:rPr>
              <a:t>In a Jump Start, we put one of your processes under AIxRay and work through it with the people who run it. The same model carries the discussion from today's process to a future design and a first estimate of its value.</a:t>
            </a:r>
          </a:p>
        </p:txBody>
      </p:sp>
      <p:sp>
        <p:nvSpPr>
          <p:cNvPr id="5" name="TextBox 4"/>
          <p:cNvSpPr txBox="1"/>
          <p:nvPr/>
        </p:nvSpPr>
        <p:spPr>
          <a:xfrm>
            <a:off x="5257800" y="1645920"/>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01</a:t>
            </a:r>
          </a:p>
        </p:txBody>
      </p:sp>
      <p:sp>
        <p:nvSpPr>
          <p:cNvPr id="6" name="TextBox 5"/>
          <p:cNvSpPr txBox="1"/>
          <p:nvPr/>
        </p:nvSpPr>
        <p:spPr>
          <a:xfrm>
            <a:off x="5760720" y="1664208"/>
            <a:ext cx="5824728"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Understand. </a:t>
            </a:r>
            <a:r>
              <a:rPr sz="1400" b="0">
                <a:solidFill>
                  <a:srgbClr val="34343D"/>
                </a:solidFill>
                <a:latin typeface="Ubuntu Light"/>
              </a:rPr>
              <a:t>We build a model of today's process from your documents and the people in the room, then play real cases through it, exceptions included.</a:t>
            </a:r>
          </a:p>
        </p:txBody>
      </p:sp>
      <p:cxnSp>
        <p:nvCxnSpPr>
          <p:cNvPr id="7" name="Connector 6"/>
          <p:cNvCxnSpPr/>
          <p:nvPr/>
        </p:nvCxnSpPr>
        <p:spPr>
          <a:xfrm>
            <a:off x="5257800" y="2519172"/>
            <a:ext cx="632764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57800" y="2656332"/>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02</a:t>
            </a:r>
          </a:p>
        </p:txBody>
      </p:sp>
      <p:sp>
        <p:nvSpPr>
          <p:cNvPr id="9" name="TextBox 8"/>
          <p:cNvSpPr txBox="1"/>
          <p:nvPr/>
        </p:nvSpPr>
        <p:spPr>
          <a:xfrm>
            <a:off x="5760720" y="2674620"/>
            <a:ext cx="5824728"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Reimagine. </a:t>
            </a:r>
            <a:r>
              <a:rPr sz="1400" b="0">
                <a:solidFill>
                  <a:srgbClr val="34343D"/>
                </a:solidFill>
                <a:latin typeface="Ubuntu Light"/>
              </a:rPr>
              <a:t>We design a future version, trying simpler fixes first and using supervised AI where it earns its place, with approvals and fallbacks written down.</a:t>
            </a:r>
          </a:p>
        </p:txBody>
      </p:sp>
      <p:cxnSp>
        <p:nvCxnSpPr>
          <p:cNvPr id="10" name="Connector 9"/>
          <p:cNvCxnSpPr/>
          <p:nvPr/>
        </p:nvCxnSpPr>
        <p:spPr>
          <a:xfrm>
            <a:off x="5257800" y="3529584"/>
            <a:ext cx="632764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257800" y="3666744"/>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03</a:t>
            </a:r>
          </a:p>
        </p:txBody>
      </p:sp>
      <p:sp>
        <p:nvSpPr>
          <p:cNvPr id="12" name="TextBox 11"/>
          <p:cNvSpPr txBox="1"/>
          <p:nvPr/>
        </p:nvSpPr>
        <p:spPr>
          <a:xfrm>
            <a:off x="5760720" y="3685031"/>
            <a:ext cx="5824728" cy="490727"/>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Evaluate. </a:t>
            </a:r>
            <a:r>
              <a:rPr sz="1400" b="0">
                <a:solidFill>
                  <a:srgbClr val="34343D"/>
                </a:solidFill>
                <a:latin typeface="Ubuntu Light"/>
              </a:rPr>
              <a:t>We estimate cycle time, effort and cost from assumptions everyone can see and challenge, and agree what to validate next.</a:t>
            </a:r>
          </a:p>
        </p:txBody>
      </p:sp>
      <p:cxnSp>
        <p:nvCxnSpPr>
          <p:cNvPr id="13" name="Connector 12"/>
          <p:cNvCxnSpPr/>
          <p:nvPr/>
        </p:nvCxnSpPr>
        <p:spPr>
          <a:xfrm>
            <a:off x="5257800" y="4294632"/>
            <a:ext cx="632764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257800" y="4431792"/>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a:t>
            </a:r>
          </a:p>
        </p:txBody>
      </p:sp>
      <p:sp>
        <p:nvSpPr>
          <p:cNvPr id="15" name="TextBox 14"/>
          <p:cNvSpPr txBox="1"/>
          <p:nvPr/>
        </p:nvSpPr>
        <p:spPr>
          <a:xfrm>
            <a:off x="5760720" y="4450080"/>
            <a:ext cx="5824728" cy="490727"/>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You leave with </a:t>
            </a:r>
            <a:r>
              <a:rPr sz="1400" b="0">
                <a:solidFill>
                  <a:srgbClr val="34343D"/>
                </a:solidFill>
                <a:latin typeface="Ubuntu Light"/>
              </a:rPr>
              <a:t>an agreed current-state model, a future-state design, a prioritized list of opportunities and a pilot brief with named owners.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ideas need a real process to land in</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WHY START WITH THE PROCESS</a:t>
            </a:r>
          </a:p>
        </p:txBody>
      </p:sp>
      <p:sp>
        <p:nvSpPr>
          <p:cNvPr id="4" name="TextBox 3"/>
          <p:cNvSpPr txBox="1"/>
          <p:nvPr/>
        </p:nvSpPr>
        <p:spPr>
          <a:xfrm>
            <a:off x="603504" y="1572768"/>
            <a:ext cx="9601200" cy="640080"/>
          </a:xfrm>
          <a:prstGeom prst="rect">
            <a:avLst/>
          </a:prstGeom>
          <a:noFill/>
        </p:spPr>
        <p:txBody>
          <a:bodyPr wrap="square" lIns="0" tIns="0" rIns="0" bIns="0" anchor="t"/>
          <a:lstStyle/>
          <a:p>
            <a:pPr algn="l">
              <a:lnSpc>
                <a:spcPct val="115000"/>
              </a:lnSpc>
              <a:spcAft>
                <a:spcPts val="0"/>
              </a:spcAft>
            </a:pPr>
            <a:r>
              <a:rPr sz="1700" b="0">
                <a:solidFill>
                  <a:srgbClr val="121A38"/>
                </a:solidFill>
                <a:latin typeface="Ubuntu Light"/>
              </a:rPr>
              <a:t>Before deciding where AI fits, a leadership team needs the same picture of how work moves today. Three things usually get in the way.</a:t>
            </a:r>
          </a:p>
        </p:txBody>
      </p:sp>
      <p:pic>
        <p:nvPicPr>
          <p:cNvPr id="5" name="Picture 4" descr="chat.png"/>
          <p:cNvPicPr>
            <a:picLocks noChangeAspect="1"/>
          </p:cNvPicPr>
          <p:nvPr/>
        </p:nvPicPr>
        <p:blipFill>
          <a:blip r:embed="rId3"/>
          <a:stretch>
            <a:fillRect/>
          </a:stretch>
        </p:blipFill>
        <p:spPr>
          <a:xfrm>
            <a:off x="603504" y="2606040"/>
            <a:ext cx="931333" cy="914400"/>
          </a:xfrm>
          <a:prstGeom prst="rect">
            <a:avLst/>
          </a:prstGeom>
        </p:spPr>
      </p:pic>
      <p:sp>
        <p:nvSpPr>
          <p:cNvPr id="6" name="TextBox 5"/>
          <p:cNvSpPr txBox="1"/>
          <p:nvPr/>
        </p:nvSpPr>
        <p:spPr>
          <a:xfrm>
            <a:off x="603504" y="3749039"/>
            <a:ext cx="3383280" cy="595884"/>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Process knowledge sits with people</a:t>
            </a:r>
          </a:p>
        </p:txBody>
      </p:sp>
      <p:sp>
        <p:nvSpPr>
          <p:cNvPr id="7" name="TextBox 6"/>
          <p:cNvSpPr txBox="1"/>
          <p:nvPr/>
        </p:nvSpPr>
        <p:spPr>
          <a:xfrm>
            <a:off x="603504" y="4454651"/>
            <a:ext cx="3383280" cy="164592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How work really moves, where it waits and how exceptions are handled often lives in people's heads and in documents that disagree with each other.</a:t>
            </a:r>
          </a:p>
        </p:txBody>
      </p:sp>
      <p:pic>
        <p:nvPicPr>
          <p:cNvPr id="8" name="Picture 7" descr="cube.png"/>
          <p:cNvPicPr>
            <a:picLocks noChangeAspect="1"/>
          </p:cNvPicPr>
          <p:nvPr/>
        </p:nvPicPr>
        <p:blipFill>
          <a:blip r:embed="rId4"/>
          <a:stretch>
            <a:fillRect/>
          </a:stretch>
        </p:blipFill>
        <p:spPr>
          <a:xfrm>
            <a:off x="4370832" y="2606040"/>
            <a:ext cx="825527" cy="914400"/>
          </a:xfrm>
          <a:prstGeom prst="rect">
            <a:avLst/>
          </a:prstGeom>
        </p:spPr>
      </p:pic>
      <p:sp>
        <p:nvSpPr>
          <p:cNvPr id="9" name="TextBox 8"/>
          <p:cNvSpPr txBox="1"/>
          <p:nvPr/>
        </p:nvSpPr>
        <p:spPr>
          <a:xfrm>
            <a:off x="4370832" y="3749039"/>
            <a:ext cx="338328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AI opportunities stay abstract</a:t>
            </a:r>
          </a:p>
        </p:txBody>
      </p:sp>
      <p:sp>
        <p:nvSpPr>
          <p:cNvPr id="10" name="TextBox 9"/>
          <p:cNvSpPr txBox="1"/>
          <p:nvPr/>
        </p:nvSpPr>
        <p:spPr>
          <a:xfrm>
            <a:off x="4370832" y="4156710"/>
            <a:ext cx="3383280" cy="164592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Without a shared view of the steps, it is hard to say where AI helps, where a simpler fix would do, and where people need to stay in control.</a:t>
            </a:r>
          </a:p>
        </p:txBody>
      </p:sp>
      <p:pic>
        <p:nvPicPr>
          <p:cNvPr id="11" name="Picture 10" descr="dollar.png"/>
          <p:cNvPicPr>
            <a:picLocks noChangeAspect="1"/>
          </p:cNvPicPr>
          <p:nvPr/>
        </p:nvPicPr>
        <p:blipFill>
          <a:blip r:embed="rId5"/>
          <a:stretch>
            <a:fillRect/>
          </a:stretch>
        </p:blipFill>
        <p:spPr>
          <a:xfrm>
            <a:off x="8138160" y="2606040"/>
            <a:ext cx="466531" cy="914400"/>
          </a:xfrm>
          <a:prstGeom prst="rect">
            <a:avLst/>
          </a:prstGeom>
        </p:spPr>
      </p:pic>
      <p:sp>
        <p:nvSpPr>
          <p:cNvPr id="12" name="TextBox 11"/>
          <p:cNvSpPr txBox="1"/>
          <p:nvPr/>
        </p:nvSpPr>
        <p:spPr>
          <a:xfrm>
            <a:off x="8138160" y="3749039"/>
            <a:ext cx="3383280" cy="595884"/>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Business cases hide their assumptions</a:t>
            </a:r>
          </a:p>
        </p:txBody>
      </p:sp>
      <p:sp>
        <p:nvSpPr>
          <p:cNvPr id="13" name="TextBox 12"/>
          <p:cNvSpPr txBox="1"/>
          <p:nvPr/>
        </p:nvSpPr>
        <p:spPr>
          <a:xfrm>
            <a:off x="8138160" y="4454651"/>
            <a:ext cx="3383280" cy="164592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Benefit figures are hard to trust when nobody can see the volumes, effort and costs behind them, or which of those were measured and which were guessed.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AIxRay</a:t>
            </a:r>
            <a:r>
              <a:rPr lang="en-US" dirty="0"/>
              <a:t>: See the process. Reimagine the possibilities.</a:t>
            </a:r>
            <a:endParaRPr dirty="0"/>
          </a:p>
        </p:txBody>
      </p:sp>
      <p:sp>
        <p:nvSpPr>
          <p:cNvPr id="3" name="TextBox 2"/>
          <p:cNvSpPr txBox="1"/>
          <p:nvPr/>
        </p:nvSpPr>
        <p:spPr>
          <a:xfrm>
            <a:off x="603503" y="1078992"/>
            <a:ext cx="11172376" cy="274320"/>
          </a:xfrm>
          <a:prstGeom prst="rect">
            <a:avLst/>
          </a:prstGeom>
          <a:noFill/>
        </p:spPr>
        <p:txBody>
          <a:bodyPr wrap="square" lIns="0" tIns="0" rIns="0" bIns="0" anchor="t"/>
          <a:lstStyle/>
          <a:p>
            <a:pPr algn="l">
              <a:lnSpc>
                <a:spcPct val="115000"/>
              </a:lnSpc>
              <a:spcAft>
                <a:spcPts val="0"/>
              </a:spcAft>
            </a:pPr>
            <a:r>
              <a:rPr lang="en-US" sz="1100" b="1" spc="120" dirty="0">
                <a:solidFill>
                  <a:srgbClr val="0058AB"/>
                </a:solidFill>
                <a:latin typeface="Ubuntu"/>
              </a:rPr>
              <a:t>MAKE AI TANGIBLE THROUGH A SHARED VIEW OF TODAY'S WORK, TOMORROW'S DESIGN, AND THE ASSUMPTIONS BEHIND THE IMPACT.</a:t>
            </a:r>
          </a:p>
        </p:txBody>
      </p:sp>
      <p:sp>
        <p:nvSpPr>
          <p:cNvPr id="21" name="Shape 2">
            <a:extLst>
              <a:ext uri="{FF2B5EF4-FFF2-40B4-BE49-F238E27FC236}">
                <a16:creationId xmlns:a16="http://schemas.microsoft.com/office/drawing/2014/main" id="{7B364A37-F0F4-D7F6-C0F0-9332DC3FB83D}"/>
              </a:ext>
            </a:extLst>
          </p:cNvPr>
          <p:cNvSpPr/>
          <p:nvPr/>
        </p:nvSpPr>
        <p:spPr>
          <a:xfrm>
            <a:off x="484632" y="1293826"/>
            <a:ext cx="11228832" cy="0"/>
          </a:xfrm>
          <a:prstGeom prst="line">
            <a:avLst/>
          </a:prstGeom>
          <a:noFill/>
          <a:ln w="8255">
            <a:solidFill>
              <a:srgbClr val="DDDDE2"/>
            </a:solidFill>
            <a:prstDash val="solid"/>
            <a:headEnd type="none"/>
          </a:ln>
        </p:spPr>
        <p:txBody>
          <a:bodyPr/>
          <a:lstStyle/>
          <a:p>
            <a:endParaRPr lang="en-US"/>
          </a:p>
        </p:txBody>
      </p:sp>
      <p:sp>
        <p:nvSpPr>
          <p:cNvPr id="23" name="Text 3">
            <a:extLst>
              <a:ext uri="{FF2B5EF4-FFF2-40B4-BE49-F238E27FC236}">
                <a16:creationId xmlns:a16="http://schemas.microsoft.com/office/drawing/2014/main" id="{4FDD4051-6940-C5E5-23EC-6579346DBAF1}"/>
              </a:ext>
            </a:extLst>
          </p:cNvPr>
          <p:cNvSpPr txBox="1"/>
          <p:nvPr/>
        </p:nvSpPr>
        <p:spPr>
          <a:xfrm>
            <a:off x="3273552" y="1382523"/>
            <a:ext cx="1298448" cy="192024"/>
          </a:xfrm>
          <a:prstGeom prst="rect">
            <a:avLst/>
          </a:prstGeom>
          <a:noFill/>
          <a:ln/>
        </p:spPr>
        <p:txBody>
          <a:bodyPr wrap="square" lIns="0" tIns="0" rIns="0" bIns="0" rtlCol="0" anchor="ctr">
            <a:normAutofit/>
          </a:bodyPr>
          <a:lstStyle/>
          <a:p>
            <a:pPr marL="0" indent="0" algn="ctr">
              <a:lnSpc>
                <a:spcPct val="96000"/>
              </a:lnSpc>
              <a:buNone/>
            </a:pPr>
            <a:r>
              <a:rPr lang="en-US" sz="1140" b="1" dirty="0">
                <a:solidFill>
                  <a:srgbClr val="2B0A3D"/>
                </a:solidFill>
                <a:latin typeface="Ubuntu" pitchFamily="34" charset="0"/>
                <a:ea typeface="Ubuntu" pitchFamily="34" charset="-122"/>
                <a:cs typeface="Ubuntu" pitchFamily="34" charset="-120"/>
              </a:rPr>
              <a:t>UNDERSTAND</a:t>
            </a:r>
            <a:endParaRPr lang="en-US" sz="1140" dirty="0"/>
          </a:p>
        </p:txBody>
      </p:sp>
      <p:sp>
        <p:nvSpPr>
          <p:cNvPr id="25" name="Shape 4">
            <a:extLst>
              <a:ext uri="{FF2B5EF4-FFF2-40B4-BE49-F238E27FC236}">
                <a16:creationId xmlns:a16="http://schemas.microsoft.com/office/drawing/2014/main" id="{E75D9195-E578-3858-71AE-296DA929E135}"/>
              </a:ext>
            </a:extLst>
          </p:cNvPr>
          <p:cNvSpPr/>
          <p:nvPr/>
        </p:nvSpPr>
        <p:spPr>
          <a:xfrm>
            <a:off x="4572000" y="1477621"/>
            <a:ext cx="411480" cy="0"/>
          </a:xfrm>
          <a:prstGeom prst="line">
            <a:avLst/>
          </a:prstGeom>
          <a:noFill/>
          <a:ln w="17145">
            <a:solidFill>
              <a:srgbClr val="0070AD"/>
            </a:solidFill>
            <a:prstDash val="solid"/>
            <a:headEnd type="none"/>
            <a:tailEnd type="triangle"/>
          </a:ln>
        </p:spPr>
        <p:txBody>
          <a:bodyPr/>
          <a:lstStyle/>
          <a:p>
            <a:endParaRPr lang="en-US"/>
          </a:p>
        </p:txBody>
      </p:sp>
      <p:sp>
        <p:nvSpPr>
          <p:cNvPr id="27" name="Text 5">
            <a:extLst>
              <a:ext uri="{FF2B5EF4-FFF2-40B4-BE49-F238E27FC236}">
                <a16:creationId xmlns:a16="http://schemas.microsoft.com/office/drawing/2014/main" id="{C86EE137-8560-37A1-631A-77F1E2C51A00}"/>
              </a:ext>
            </a:extLst>
          </p:cNvPr>
          <p:cNvSpPr txBox="1"/>
          <p:nvPr/>
        </p:nvSpPr>
        <p:spPr>
          <a:xfrm>
            <a:off x="5010912" y="1382523"/>
            <a:ext cx="1444752" cy="192024"/>
          </a:xfrm>
          <a:prstGeom prst="rect">
            <a:avLst/>
          </a:prstGeom>
          <a:noFill/>
          <a:ln/>
        </p:spPr>
        <p:txBody>
          <a:bodyPr wrap="square" lIns="0" tIns="0" rIns="0" bIns="0" rtlCol="0" anchor="ctr">
            <a:normAutofit/>
          </a:bodyPr>
          <a:lstStyle/>
          <a:p>
            <a:pPr marL="0" indent="0" algn="ctr">
              <a:lnSpc>
                <a:spcPct val="96000"/>
              </a:lnSpc>
              <a:buNone/>
            </a:pPr>
            <a:r>
              <a:rPr lang="en-US" sz="1140" b="1" dirty="0">
                <a:solidFill>
                  <a:srgbClr val="2B0A3D"/>
                </a:solidFill>
                <a:latin typeface="Ubuntu" pitchFamily="34" charset="0"/>
                <a:ea typeface="Ubuntu" pitchFamily="34" charset="-122"/>
                <a:cs typeface="Ubuntu" pitchFamily="34" charset="-120"/>
              </a:rPr>
              <a:t>REIMAGINE</a:t>
            </a:r>
            <a:endParaRPr lang="en-US" sz="1140" dirty="0"/>
          </a:p>
        </p:txBody>
      </p:sp>
      <p:sp>
        <p:nvSpPr>
          <p:cNvPr id="29" name="Shape 6">
            <a:extLst>
              <a:ext uri="{FF2B5EF4-FFF2-40B4-BE49-F238E27FC236}">
                <a16:creationId xmlns:a16="http://schemas.microsoft.com/office/drawing/2014/main" id="{A3D1AD31-5AD8-A5F5-BB9F-EA84E159BC9D}"/>
              </a:ext>
            </a:extLst>
          </p:cNvPr>
          <p:cNvSpPr/>
          <p:nvPr/>
        </p:nvSpPr>
        <p:spPr>
          <a:xfrm>
            <a:off x="6483096" y="1477621"/>
            <a:ext cx="411480" cy="0"/>
          </a:xfrm>
          <a:prstGeom prst="line">
            <a:avLst/>
          </a:prstGeom>
          <a:noFill/>
          <a:ln w="17145">
            <a:solidFill>
              <a:srgbClr val="0070AD"/>
            </a:solidFill>
            <a:prstDash val="solid"/>
            <a:headEnd type="none"/>
            <a:tailEnd type="triangle"/>
          </a:ln>
        </p:spPr>
        <p:txBody>
          <a:bodyPr/>
          <a:lstStyle/>
          <a:p>
            <a:endParaRPr lang="en-US"/>
          </a:p>
        </p:txBody>
      </p:sp>
      <p:sp>
        <p:nvSpPr>
          <p:cNvPr id="31" name="Text 7">
            <a:extLst>
              <a:ext uri="{FF2B5EF4-FFF2-40B4-BE49-F238E27FC236}">
                <a16:creationId xmlns:a16="http://schemas.microsoft.com/office/drawing/2014/main" id="{4865A5A9-F599-3324-592B-EBEBEB4B55F8}"/>
              </a:ext>
            </a:extLst>
          </p:cNvPr>
          <p:cNvSpPr txBox="1"/>
          <p:nvPr/>
        </p:nvSpPr>
        <p:spPr>
          <a:xfrm>
            <a:off x="6949440" y="1382523"/>
            <a:ext cx="1335024" cy="192024"/>
          </a:xfrm>
          <a:prstGeom prst="rect">
            <a:avLst/>
          </a:prstGeom>
          <a:noFill/>
          <a:ln/>
        </p:spPr>
        <p:txBody>
          <a:bodyPr wrap="square" lIns="0" tIns="0" rIns="0" bIns="0" rtlCol="0" anchor="ctr">
            <a:normAutofit/>
          </a:bodyPr>
          <a:lstStyle/>
          <a:p>
            <a:pPr marL="0" indent="0" algn="ctr">
              <a:lnSpc>
                <a:spcPct val="96000"/>
              </a:lnSpc>
              <a:buNone/>
            </a:pPr>
            <a:r>
              <a:rPr lang="en-US" sz="1140" b="1" dirty="0">
                <a:solidFill>
                  <a:srgbClr val="2B0A3D"/>
                </a:solidFill>
                <a:latin typeface="Ubuntu" pitchFamily="34" charset="0"/>
                <a:ea typeface="Ubuntu" pitchFamily="34" charset="-122"/>
                <a:cs typeface="Ubuntu" pitchFamily="34" charset="-120"/>
              </a:rPr>
              <a:t>EVALUATE</a:t>
            </a:r>
            <a:endParaRPr lang="en-US" sz="1140" dirty="0"/>
          </a:p>
        </p:txBody>
      </p:sp>
      <p:sp>
        <p:nvSpPr>
          <p:cNvPr id="33" name="Shape 8">
            <a:extLst>
              <a:ext uri="{FF2B5EF4-FFF2-40B4-BE49-F238E27FC236}">
                <a16:creationId xmlns:a16="http://schemas.microsoft.com/office/drawing/2014/main" id="{BF672CE3-1942-3D18-9A87-05314B79AE74}"/>
              </a:ext>
            </a:extLst>
          </p:cNvPr>
          <p:cNvSpPr/>
          <p:nvPr/>
        </p:nvSpPr>
        <p:spPr>
          <a:xfrm>
            <a:off x="484632" y="1684275"/>
            <a:ext cx="2194560" cy="4050792"/>
          </a:xfrm>
          <a:prstGeom prst="roundRect">
            <a:avLst>
              <a:gd name="adj" fmla="val 4583"/>
            </a:avLst>
          </a:prstGeom>
          <a:solidFill>
            <a:srgbClr val="F5F5F7"/>
          </a:solidFill>
          <a:ln w="12700">
            <a:solidFill>
              <a:srgbClr val="F5F5F7">
                <a:alpha val="0"/>
              </a:srgbClr>
            </a:solidFill>
            <a:prstDash val="solid"/>
          </a:ln>
        </p:spPr>
        <p:txBody>
          <a:bodyPr/>
          <a:lstStyle/>
          <a:p>
            <a:endParaRPr lang="en-US"/>
          </a:p>
        </p:txBody>
      </p:sp>
      <p:sp>
        <p:nvSpPr>
          <p:cNvPr id="35" name="Text 9">
            <a:extLst>
              <a:ext uri="{FF2B5EF4-FFF2-40B4-BE49-F238E27FC236}">
                <a16:creationId xmlns:a16="http://schemas.microsoft.com/office/drawing/2014/main" id="{DA690AAC-DE0F-6FF5-6FA6-350F9601B412}"/>
              </a:ext>
            </a:extLst>
          </p:cNvPr>
          <p:cNvSpPr txBox="1"/>
          <p:nvPr/>
        </p:nvSpPr>
        <p:spPr>
          <a:xfrm>
            <a:off x="640080" y="1848867"/>
            <a:ext cx="1879092" cy="502920"/>
          </a:xfrm>
          <a:prstGeom prst="rect">
            <a:avLst/>
          </a:prstGeom>
          <a:noFill/>
          <a:ln/>
        </p:spPr>
        <p:txBody>
          <a:bodyPr wrap="square" lIns="0" tIns="0" rIns="0" bIns="0" rtlCol="0" anchor="ctr">
            <a:normAutofit/>
          </a:bodyPr>
          <a:lstStyle/>
          <a:p>
            <a:pPr marL="0" indent="0" algn="l">
              <a:lnSpc>
                <a:spcPct val="96000"/>
              </a:lnSpc>
              <a:buNone/>
            </a:pPr>
            <a:r>
              <a:rPr lang="en-US" sz="1500" b="1" dirty="0">
                <a:solidFill>
                  <a:srgbClr val="2B0A3D"/>
                </a:solidFill>
                <a:latin typeface="Ubuntu" pitchFamily="34" charset="0"/>
                <a:ea typeface="Ubuntu" pitchFamily="34" charset="-122"/>
                <a:cs typeface="Ubuntu" pitchFamily="34" charset="-120"/>
              </a:rPr>
              <a:t>Start with the</a:t>
            </a:r>
            <a:endParaRPr lang="en-US" sz="1500" dirty="0"/>
          </a:p>
          <a:p>
            <a:pPr marL="0" indent="0" algn="l">
              <a:lnSpc>
                <a:spcPct val="96000"/>
              </a:lnSpc>
              <a:buNone/>
            </a:pPr>
            <a:r>
              <a:rPr lang="en-US" sz="1500" b="1" dirty="0">
                <a:solidFill>
                  <a:srgbClr val="2B0A3D"/>
                </a:solidFill>
                <a:latin typeface="Ubuntu" pitchFamily="34" charset="0"/>
                <a:ea typeface="Ubuntu" pitchFamily="34" charset="-122"/>
                <a:cs typeface="Ubuntu" pitchFamily="34" charset="-120"/>
              </a:rPr>
              <a:t>real process</a:t>
            </a:r>
            <a:endParaRPr lang="en-US" sz="1500" dirty="0"/>
          </a:p>
        </p:txBody>
      </p:sp>
      <p:sp>
        <p:nvSpPr>
          <p:cNvPr id="37" name="Shape 10">
            <a:extLst>
              <a:ext uri="{FF2B5EF4-FFF2-40B4-BE49-F238E27FC236}">
                <a16:creationId xmlns:a16="http://schemas.microsoft.com/office/drawing/2014/main" id="{FA4BD2D0-6DCB-A6E3-3DC2-8569F6D889EE}"/>
              </a:ext>
            </a:extLst>
          </p:cNvPr>
          <p:cNvSpPr/>
          <p:nvPr/>
        </p:nvSpPr>
        <p:spPr>
          <a:xfrm>
            <a:off x="626364" y="2461515"/>
            <a:ext cx="1915668" cy="811073"/>
          </a:xfrm>
          <a:prstGeom prst="roundRect">
            <a:avLst>
              <a:gd name="adj" fmla="val 7892"/>
            </a:avLst>
          </a:prstGeom>
          <a:solidFill>
            <a:srgbClr val="FFFFFF"/>
          </a:solidFill>
          <a:ln w="9525">
            <a:solidFill>
              <a:srgbClr val="DDDDE2"/>
            </a:solidFill>
            <a:prstDash val="solid"/>
          </a:ln>
        </p:spPr>
        <p:txBody>
          <a:bodyPr/>
          <a:lstStyle/>
          <a:p>
            <a:endParaRPr lang="en-US"/>
          </a:p>
        </p:txBody>
      </p:sp>
      <p:sp>
        <p:nvSpPr>
          <p:cNvPr id="39" name="Shape 11">
            <a:extLst>
              <a:ext uri="{FF2B5EF4-FFF2-40B4-BE49-F238E27FC236}">
                <a16:creationId xmlns:a16="http://schemas.microsoft.com/office/drawing/2014/main" id="{DE1013EC-1F19-D853-6BC0-19BBA163D91E}"/>
              </a:ext>
            </a:extLst>
          </p:cNvPr>
          <p:cNvSpPr/>
          <p:nvPr/>
        </p:nvSpPr>
        <p:spPr>
          <a:xfrm>
            <a:off x="768096" y="2636165"/>
            <a:ext cx="243230" cy="290779"/>
          </a:xfrm>
          <a:prstGeom prst="roundRect">
            <a:avLst>
              <a:gd name="adj" fmla="val 6767"/>
            </a:avLst>
          </a:prstGeom>
          <a:solidFill>
            <a:srgbClr val="FFFFFF"/>
          </a:solidFill>
          <a:ln w="17145">
            <a:solidFill>
              <a:srgbClr val="0070AD"/>
            </a:solidFill>
            <a:prstDash val="solid"/>
          </a:ln>
        </p:spPr>
        <p:txBody>
          <a:bodyPr/>
          <a:lstStyle/>
          <a:p>
            <a:endParaRPr lang="en-US"/>
          </a:p>
        </p:txBody>
      </p:sp>
      <p:sp>
        <p:nvSpPr>
          <p:cNvPr id="41" name="Shape 12">
            <a:extLst>
              <a:ext uri="{FF2B5EF4-FFF2-40B4-BE49-F238E27FC236}">
                <a16:creationId xmlns:a16="http://schemas.microsoft.com/office/drawing/2014/main" id="{2D8D397A-EC83-2ACC-B736-98F7950497DA}"/>
              </a:ext>
            </a:extLst>
          </p:cNvPr>
          <p:cNvSpPr/>
          <p:nvPr/>
        </p:nvSpPr>
        <p:spPr>
          <a:xfrm>
            <a:off x="812902" y="2741321"/>
            <a:ext cx="155448" cy="0"/>
          </a:xfrm>
          <a:prstGeom prst="line">
            <a:avLst/>
          </a:prstGeom>
          <a:noFill/>
          <a:ln w="13335">
            <a:solidFill>
              <a:srgbClr val="0070AD"/>
            </a:solidFill>
            <a:prstDash val="solid"/>
            <a:headEnd type="none"/>
          </a:ln>
        </p:spPr>
        <p:txBody>
          <a:bodyPr/>
          <a:lstStyle/>
          <a:p>
            <a:endParaRPr lang="en-US"/>
          </a:p>
        </p:txBody>
      </p:sp>
      <p:sp>
        <p:nvSpPr>
          <p:cNvPr id="43" name="Shape 13">
            <a:extLst>
              <a:ext uri="{FF2B5EF4-FFF2-40B4-BE49-F238E27FC236}">
                <a16:creationId xmlns:a16="http://schemas.microsoft.com/office/drawing/2014/main" id="{1F6EE055-5213-5AB9-E6F6-30177902C2B1}"/>
              </a:ext>
            </a:extLst>
          </p:cNvPr>
          <p:cNvSpPr/>
          <p:nvPr/>
        </p:nvSpPr>
        <p:spPr>
          <a:xfrm>
            <a:off x="812902" y="2793442"/>
            <a:ext cx="155448" cy="0"/>
          </a:xfrm>
          <a:prstGeom prst="line">
            <a:avLst/>
          </a:prstGeom>
          <a:noFill/>
          <a:ln w="13335">
            <a:solidFill>
              <a:srgbClr val="0070AD"/>
            </a:solidFill>
            <a:prstDash val="solid"/>
            <a:headEnd type="none"/>
          </a:ln>
        </p:spPr>
        <p:txBody>
          <a:bodyPr/>
          <a:lstStyle/>
          <a:p>
            <a:endParaRPr lang="en-US"/>
          </a:p>
        </p:txBody>
      </p:sp>
      <p:sp>
        <p:nvSpPr>
          <p:cNvPr id="45" name="Shape 14">
            <a:extLst>
              <a:ext uri="{FF2B5EF4-FFF2-40B4-BE49-F238E27FC236}">
                <a16:creationId xmlns:a16="http://schemas.microsoft.com/office/drawing/2014/main" id="{67FEA8C0-E6D8-0E7D-6954-BD989074B75F}"/>
              </a:ext>
            </a:extLst>
          </p:cNvPr>
          <p:cNvSpPr/>
          <p:nvPr/>
        </p:nvSpPr>
        <p:spPr>
          <a:xfrm>
            <a:off x="812902" y="2845563"/>
            <a:ext cx="111557" cy="0"/>
          </a:xfrm>
          <a:prstGeom prst="line">
            <a:avLst/>
          </a:prstGeom>
          <a:noFill/>
          <a:ln w="13335">
            <a:solidFill>
              <a:srgbClr val="0070AD"/>
            </a:solidFill>
            <a:prstDash val="solid"/>
            <a:headEnd type="none"/>
          </a:ln>
        </p:spPr>
        <p:txBody>
          <a:bodyPr/>
          <a:lstStyle/>
          <a:p>
            <a:endParaRPr lang="en-US"/>
          </a:p>
        </p:txBody>
      </p:sp>
      <p:sp>
        <p:nvSpPr>
          <p:cNvPr id="47" name="Text 15">
            <a:extLst>
              <a:ext uri="{FF2B5EF4-FFF2-40B4-BE49-F238E27FC236}">
                <a16:creationId xmlns:a16="http://schemas.microsoft.com/office/drawing/2014/main" id="{02668332-842B-7F97-A931-ADC34968E434}"/>
              </a:ext>
            </a:extLst>
          </p:cNvPr>
          <p:cNvSpPr txBox="1"/>
          <p:nvPr/>
        </p:nvSpPr>
        <p:spPr>
          <a:xfrm>
            <a:off x="1152144" y="2568500"/>
            <a:ext cx="1309421" cy="196596"/>
          </a:xfrm>
          <a:prstGeom prst="rect">
            <a:avLst/>
          </a:prstGeom>
          <a:noFill/>
          <a:ln/>
        </p:spPr>
        <p:txBody>
          <a:bodyPr wrap="square" lIns="0" tIns="0" rIns="0" bIns="0" rtlCol="0" anchor="ctr">
            <a:normAutofit/>
          </a:bodyPr>
          <a:lstStyle/>
          <a:p>
            <a:pPr marL="0" indent="0" algn="l">
              <a:lnSpc>
                <a:spcPct val="96000"/>
              </a:lnSpc>
              <a:buNone/>
            </a:pPr>
            <a:r>
              <a:rPr lang="en-US" sz="1035" b="1" dirty="0">
                <a:solidFill>
                  <a:srgbClr val="2B0A3D"/>
                </a:solidFill>
                <a:latin typeface="Ubuntu" pitchFamily="34" charset="0"/>
                <a:ea typeface="Ubuntu" pitchFamily="34" charset="-122"/>
                <a:cs typeface="Ubuntu" pitchFamily="34" charset="-120"/>
              </a:rPr>
              <a:t>Process evidence</a:t>
            </a:r>
            <a:endParaRPr lang="en-US" sz="1035" dirty="0"/>
          </a:p>
        </p:txBody>
      </p:sp>
      <p:sp>
        <p:nvSpPr>
          <p:cNvPr id="49" name="Text 16">
            <a:extLst>
              <a:ext uri="{FF2B5EF4-FFF2-40B4-BE49-F238E27FC236}">
                <a16:creationId xmlns:a16="http://schemas.microsoft.com/office/drawing/2014/main" id="{D7456697-E7AB-1669-E2E0-9C2945545416}"/>
              </a:ext>
            </a:extLst>
          </p:cNvPr>
          <p:cNvSpPr txBox="1"/>
          <p:nvPr/>
        </p:nvSpPr>
        <p:spPr>
          <a:xfrm>
            <a:off x="1152144" y="2798014"/>
            <a:ext cx="1307592" cy="355702"/>
          </a:xfrm>
          <a:prstGeom prst="rect">
            <a:avLst/>
          </a:prstGeom>
          <a:noFill/>
          <a:ln/>
        </p:spPr>
        <p:txBody>
          <a:bodyPr wrap="square" lIns="0" tIns="0" rIns="0" bIns="0" rtlCol="0" anchor="t">
            <a:normAutofit/>
          </a:bodyPr>
          <a:lstStyle/>
          <a:p>
            <a:pPr marL="0" indent="0" algn="l">
              <a:lnSpc>
                <a:spcPct val="96000"/>
              </a:lnSpc>
              <a:buNone/>
            </a:pPr>
            <a:r>
              <a:rPr lang="en-US" sz="882" dirty="0">
                <a:solidFill>
                  <a:srgbClr val="34343D"/>
                </a:solidFill>
                <a:latin typeface="Ubuntu" pitchFamily="34" charset="0"/>
                <a:ea typeface="Ubuntu" pitchFamily="34" charset="-122"/>
                <a:cs typeface="Ubuntu" pitchFamily="34" charset="-120"/>
              </a:rPr>
              <a:t>Documents, maps,</a:t>
            </a:r>
            <a:endParaRPr lang="en-US" sz="882" dirty="0"/>
          </a:p>
          <a:p>
            <a:pPr marL="0" indent="0" algn="l">
              <a:lnSpc>
                <a:spcPct val="96000"/>
              </a:lnSpc>
              <a:buNone/>
            </a:pPr>
            <a:r>
              <a:rPr lang="en-US" sz="882" dirty="0">
                <a:solidFill>
                  <a:srgbClr val="34343D"/>
                </a:solidFill>
                <a:latin typeface="Ubuntu" pitchFamily="34" charset="0"/>
                <a:ea typeface="Ubuntu" pitchFamily="34" charset="-122"/>
                <a:cs typeface="Ubuntu" pitchFamily="34" charset="-120"/>
              </a:rPr>
              <a:t>operating notes</a:t>
            </a:r>
            <a:endParaRPr lang="en-US" sz="882" dirty="0"/>
          </a:p>
        </p:txBody>
      </p:sp>
      <p:sp>
        <p:nvSpPr>
          <p:cNvPr id="51" name="Shape 17">
            <a:extLst>
              <a:ext uri="{FF2B5EF4-FFF2-40B4-BE49-F238E27FC236}">
                <a16:creationId xmlns:a16="http://schemas.microsoft.com/office/drawing/2014/main" id="{98AD69C5-4C2C-E24F-3423-4F4EC761227A}"/>
              </a:ext>
            </a:extLst>
          </p:cNvPr>
          <p:cNvSpPr/>
          <p:nvPr/>
        </p:nvSpPr>
        <p:spPr>
          <a:xfrm>
            <a:off x="626364" y="3428950"/>
            <a:ext cx="1915668" cy="811073"/>
          </a:xfrm>
          <a:prstGeom prst="roundRect">
            <a:avLst>
              <a:gd name="adj" fmla="val 7892"/>
            </a:avLst>
          </a:prstGeom>
          <a:solidFill>
            <a:srgbClr val="FFFFFF"/>
          </a:solidFill>
          <a:ln w="9525">
            <a:solidFill>
              <a:srgbClr val="DDDDE2"/>
            </a:solidFill>
            <a:prstDash val="solid"/>
          </a:ln>
        </p:spPr>
        <p:txBody>
          <a:bodyPr/>
          <a:lstStyle/>
          <a:p>
            <a:endParaRPr lang="en-US"/>
          </a:p>
        </p:txBody>
      </p:sp>
      <p:sp>
        <p:nvSpPr>
          <p:cNvPr id="53" name="Shape 18">
            <a:extLst>
              <a:ext uri="{FF2B5EF4-FFF2-40B4-BE49-F238E27FC236}">
                <a16:creationId xmlns:a16="http://schemas.microsoft.com/office/drawing/2014/main" id="{3D10AD08-F09C-5D29-6849-54D993579E0E}"/>
              </a:ext>
            </a:extLst>
          </p:cNvPr>
          <p:cNvSpPr/>
          <p:nvPr/>
        </p:nvSpPr>
        <p:spPr>
          <a:xfrm>
            <a:off x="756209" y="3703270"/>
            <a:ext cx="118872" cy="119786"/>
          </a:xfrm>
          <a:prstGeom prst="roundRect">
            <a:avLst>
              <a:gd name="adj" fmla="val 9231"/>
            </a:avLst>
          </a:prstGeom>
          <a:solidFill>
            <a:srgbClr val="FFFFFF"/>
          </a:solidFill>
          <a:ln w="16510">
            <a:solidFill>
              <a:srgbClr val="0070AD"/>
            </a:solidFill>
            <a:prstDash val="solid"/>
          </a:ln>
        </p:spPr>
        <p:txBody>
          <a:bodyPr/>
          <a:lstStyle/>
          <a:p>
            <a:endParaRPr lang="en-US"/>
          </a:p>
        </p:txBody>
      </p:sp>
      <p:sp>
        <p:nvSpPr>
          <p:cNvPr id="55" name="Shape 19">
            <a:extLst>
              <a:ext uri="{FF2B5EF4-FFF2-40B4-BE49-F238E27FC236}">
                <a16:creationId xmlns:a16="http://schemas.microsoft.com/office/drawing/2014/main" id="{11C97E69-FBA7-312E-B9D4-0B3DA8DC00D4}"/>
              </a:ext>
            </a:extLst>
          </p:cNvPr>
          <p:cNvSpPr/>
          <p:nvPr/>
        </p:nvSpPr>
        <p:spPr>
          <a:xfrm>
            <a:off x="977494" y="3612745"/>
            <a:ext cx="112471" cy="119786"/>
          </a:xfrm>
          <a:prstGeom prst="roundRect">
            <a:avLst>
              <a:gd name="adj" fmla="val 9756"/>
            </a:avLst>
          </a:prstGeom>
          <a:solidFill>
            <a:srgbClr val="FFFFFF"/>
          </a:solidFill>
          <a:ln w="16510">
            <a:solidFill>
              <a:srgbClr val="0070AD"/>
            </a:solidFill>
            <a:prstDash val="solid"/>
          </a:ln>
        </p:spPr>
        <p:txBody>
          <a:bodyPr/>
          <a:lstStyle/>
          <a:p>
            <a:endParaRPr lang="en-US"/>
          </a:p>
        </p:txBody>
      </p:sp>
      <p:sp>
        <p:nvSpPr>
          <p:cNvPr id="57" name="Shape 20">
            <a:extLst>
              <a:ext uri="{FF2B5EF4-FFF2-40B4-BE49-F238E27FC236}">
                <a16:creationId xmlns:a16="http://schemas.microsoft.com/office/drawing/2014/main" id="{6AA98A13-BF93-EE1A-3EAD-F4C7B7CB5AF3}"/>
              </a:ext>
            </a:extLst>
          </p:cNvPr>
          <p:cNvSpPr/>
          <p:nvPr/>
        </p:nvSpPr>
        <p:spPr>
          <a:xfrm>
            <a:off x="977494" y="3798368"/>
            <a:ext cx="112471" cy="119786"/>
          </a:xfrm>
          <a:prstGeom prst="roundRect">
            <a:avLst>
              <a:gd name="adj" fmla="val 9756"/>
            </a:avLst>
          </a:prstGeom>
          <a:solidFill>
            <a:srgbClr val="FFFFFF"/>
          </a:solidFill>
          <a:ln w="16510">
            <a:solidFill>
              <a:srgbClr val="0070AD"/>
            </a:solidFill>
            <a:prstDash val="solid"/>
          </a:ln>
        </p:spPr>
        <p:txBody>
          <a:bodyPr/>
          <a:lstStyle/>
          <a:p>
            <a:endParaRPr lang="en-US"/>
          </a:p>
        </p:txBody>
      </p:sp>
      <p:sp>
        <p:nvSpPr>
          <p:cNvPr id="59" name="Shape 21">
            <a:extLst>
              <a:ext uri="{FF2B5EF4-FFF2-40B4-BE49-F238E27FC236}">
                <a16:creationId xmlns:a16="http://schemas.microsoft.com/office/drawing/2014/main" id="{00D8ABCC-63DA-333A-D986-B1304BF4C303}"/>
              </a:ext>
            </a:extLst>
          </p:cNvPr>
          <p:cNvSpPr/>
          <p:nvPr/>
        </p:nvSpPr>
        <p:spPr>
          <a:xfrm>
            <a:off x="875081" y="3762706"/>
            <a:ext cx="53950" cy="0"/>
          </a:xfrm>
          <a:prstGeom prst="line">
            <a:avLst/>
          </a:prstGeom>
          <a:noFill/>
          <a:ln w="14605">
            <a:solidFill>
              <a:srgbClr val="0070AD"/>
            </a:solidFill>
            <a:prstDash val="solid"/>
            <a:headEnd type="none"/>
          </a:ln>
        </p:spPr>
        <p:txBody>
          <a:bodyPr/>
          <a:lstStyle/>
          <a:p>
            <a:endParaRPr lang="en-US"/>
          </a:p>
        </p:txBody>
      </p:sp>
      <p:sp>
        <p:nvSpPr>
          <p:cNvPr id="61" name="Shape 22">
            <a:extLst>
              <a:ext uri="{FF2B5EF4-FFF2-40B4-BE49-F238E27FC236}">
                <a16:creationId xmlns:a16="http://schemas.microsoft.com/office/drawing/2014/main" id="{89915085-8288-BD01-56F1-A2B16C6521BB}"/>
              </a:ext>
            </a:extLst>
          </p:cNvPr>
          <p:cNvSpPr/>
          <p:nvPr/>
        </p:nvSpPr>
        <p:spPr>
          <a:xfrm>
            <a:off x="929030" y="3671266"/>
            <a:ext cx="0" cy="187452"/>
          </a:xfrm>
          <a:prstGeom prst="line">
            <a:avLst/>
          </a:prstGeom>
          <a:noFill/>
          <a:ln w="14605">
            <a:solidFill>
              <a:srgbClr val="0070AD"/>
            </a:solidFill>
            <a:prstDash val="solid"/>
            <a:headEnd type="none"/>
          </a:ln>
        </p:spPr>
        <p:txBody>
          <a:bodyPr/>
          <a:lstStyle/>
          <a:p>
            <a:endParaRPr lang="en-US"/>
          </a:p>
        </p:txBody>
      </p:sp>
      <p:sp>
        <p:nvSpPr>
          <p:cNvPr id="63" name="Shape 23">
            <a:extLst>
              <a:ext uri="{FF2B5EF4-FFF2-40B4-BE49-F238E27FC236}">
                <a16:creationId xmlns:a16="http://schemas.microsoft.com/office/drawing/2014/main" id="{904C9CBD-ED52-1D95-B6B8-75F1D190F082}"/>
              </a:ext>
            </a:extLst>
          </p:cNvPr>
          <p:cNvSpPr/>
          <p:nvPr/>
        </p:nvSpPr>
        <p:spPr>
          <a:xfrm>
            <a:off x="929030" y="3672181"/>
            <a:ext cx="48463" cy="0"/>
          </a:xfrm>
          <a:prstGeom prst="line">
            <a:avLst/>
          </a:prstGeom>
          <a:noFill/>
          <a:ln w="14605">
            <a:solidFill>
              <a:srgbClr val="0070AD"/>
            </a:solidFill>
            <a:prstDash val="solid"/>
            <a:headEnd type="none"/>
          </a:ln>
        </p:spPr>
        <p:txBody>
          <a:bodyPr/>
          <a:lstStyle/>
          <a:p>
            <a:endParaRPr lang="en-US"/>
          </a:p>
        </p:txBody>
      </p:sp>
      <p:sp>
        <p:nvSpPr>
          <p:cNvPr id="65" name="Shape 24">
            <a:extLst>
              <a:ext uri="{FF2B5EF4-FFF2-40B4-BE49-F238E27FC236}">
                <a16:creationId xmlns:a16="http://schemas.microsoft.com/office/drawing/2014/main" id="{506217AB-0983-0912-9F07-40149FC4FCE2}"/>
              </a:ext>
            </a:extLst>
          </p:cNvPr>
          <p:cNvSpPr/>
          <p:nvPr/>
        </p:nvSpPr>
        <p:spPr>
          <a:xfrm>
            <a:off x="929030" y="3856889"/>
            <a:ext cx="48463" cy="0"/>
          </a:xfrm>
          <a:prstGeom prst="line">
            <a:avLst/>
          </a:prstGeom>
          <a:noFill/>
          <a:ln w="14605">
            <a:solidFill>
              <a:srgbClr val="0070AD"/>
            </a:solidFill>
            <a:prstDash val="solid"/>
            <a:headEnd type="none"/>
          </a:ln>
        </p:spPr>
        <p:txBody>
          <a:bodyPr/>
          <a:lstStyle/>
          <a:p>
            <a:endParaRPr lang="en-US"/>
          </a:p>
        </p:txBody>
      </p:sp>
      <p:sp>
        <p:nvSpPr>
          <p:cNvPr id="67" name="Text 25">
            <a:extLst>
              <a:ext uri="{FF2B5EF4-FFF2-40B4-BE49-F238E27FC236}">
                <a16:creationId xmlns:a16="http://schemas.microsoft.com/office/drawing/2014/main" id="{08C01043-C1CA-82F9-D41E-D54FC707AF70}"/>
              </a:ext>
            </a:extLst>
          </p:cNvPr>
          <p:cNvSpPr txBox="1"/>
          <p:nvPr/>
        </p:nvSpPr>
        <p:spPr>
          <a:xfrm>
            <a:off x="1152144" y="3535935"/>
            <a:ext cx="1309421" cy="196596"/>
          </a:xfrm>
          <a:prstGeom prst="rect">
            <a:avLst/>
          </a:prstGeom>
          <a:noFill/>
          <a:ln/>
        </p:spPr>
        <p:txBody>
          <a:bodyPr wrap="square" lIns="0" tIns="0" rIns="0" bIns="0" rtlCol="0" anchor="ctr">
            <a:normAutofit/>
          </a:bodyPr>
          <a:lstStyle/>
          <a:p>
            <a:pPr marL="0" indent="0" algn="l">
              <a:lnSpc>
                <a:spcPct val="96000"/>
              </a:lnSpc>
              <a:buNone/>
            </a:pPr>
            <a:r>
              <a:rPr lang="en-US" sz="1035" b="1" dirty="0">
                <a:solidFill>
                  <a:srgbClr val="2B0A3D"/>
                </a:solidFill>
                <a:latin typeface="Ubuntu" pitchFamily="34" charset="0"/>
                <a:ea typeface="Ubuntu" pitchFamily="34" charset="-122"/>
                <a:cs typeface="Ubuntu" pitchFamily="34" charset="-120"/>
              </a:rPr>
              <a:t>Business context</a:t>
            </a:r>
            <a:endParaRPr lang="en-US" sz="1035" dirty="0"/>
          </a:p>
        </p:txBody>
      </p:sp>
      <p:sp>
        <p:nvSpPr>
          <p:cNvPr id="69" name="Text 26">
            <a:extLst>
              <a:ext uri="{FF2B5EF4-FFF2-40B4-BE49-F238E27FC236}">
                <a16:creationId xmlns:a16="http://schemas.microsoft.com/office/drawing/2014/main" id="{B3ED311F-C83A-A51A-0F80-1A6C8E81D152}"/>
              </a:ext>
            </a:extLst>
          </p:cNvPr>
          <p:cNvSpPr txBox="1"/>
          <p:nvPr/>
        </p:nvSpPr>
        <p:spPr>
          <a:xfrm>
            <a:off x="1152144" y="3765449"/>
            <a:ext cx="1307592" cy="355702"/>
          </a:xfrm>
          <a:prstGeom prst="rect">
            <a:avLst/>
          </a:prstGeom>
          <a:noFill/>
          <a:ln/>
        </p:spPr>
        <p:txBody>
          <a:bodyPr wrap="square" lIns="0" tIns="0" rIns="0" bIns="0" rtlCol="0" anchor="t">
            <a:normAutofit/>
          </a:bodyPr>
          <a:lstStyle/>
          <a:p>
            <a:pPr marL="0" indent="0" algn="l">
              <a:lnSpc>
                <a:spcPct val="96000"/>
              </a:lnSpc>
              <a:buNone/>
            </a:pPr>
            <a:r>
              <a:rPr lang="en-US" sz="882" dirty="0">
                <a:solidFill>
                  <a:srgbClr val="34343D"/>
                </a:solidFill>
                <a:latin typeface="Ubuntu" pitchFamily="34" charset="0"/>
                <a:ea typeface="Ubuntu" pitchFamily="34" charset="-122"/>
                <a:cs typeface="Ubuntu" pitchFamily="34" charset="-120"/>
              </a:rPr>
              <a:t>Roles, handoffs,</a:t>
            </a:r>
            <a:endParaRPr lang="en-US" sz="882" dirty="0"/>
          </a:p>
          <a:p>
            <a:pPr marL="0" indent="0" algn="l">
              <a:lnSpc>
                <a:spcPct val="96000"/>
              </a:lnSpc>
              <a:buNone/>
            </a:pPr>
            <a:r>
              <a:rPr lang="en-US" sz="882" dirty="0">
                <a:solidFill>
                  <a:srgbClr val="34343D"/>
                </a:solidFill>
                <a:latin typeface="Ubuntu" pitchFamily="34" charset="0"/>
                <a:ea typeface="Ubuntu" pitchFamily="34" charset="-122"/>
                <a:cs typeface="Ubuntu" pitchFamily="34" charset="-120"/>
              </a:rPr>
              <a:t>controls, exceptions</a:t>
            </a:r>
            <a:endParaRPr lang="en-US" sz="882" dirty="0"/>
          </a:p>
        </p:txBody>
      </p:sp>
      <p:sp>
        <p:nvSpPr>
          <p:cNvPr id="71" name="Shape 27">
            <a:extLst>
              <a:ext uri="{FF2B5EF4-FFF2-40B4-BE49-F238E27FC236}">
                <a16:creationId xmlns:a16="http://schemas.microsoft.com/office/drawing/2014/main" id="{62C8CA13-2679-D470-52FA-43F9FA5FC9EB}"/>
              </a:ext>
            </a:extLst>
          </p:cNvPr>
          <p:cNvSpPr/>
          <p:nvPr/>
        </p:nvSpPr>
        <p:spPr>
          <a:xfrm>
            <a:off x="626364" y="4396385"/>
            <a:ext cx="1915668" cy="811073"/>
          </a:xfrm>
          <a:prstGeom prst="roundRect">
            <a:avLst>
              <a:gd name="adj" fmla="val 7892"/>
            </a:avLst>
          </a:prstGeom>
          <a:solidFill>
            <a:srgbClr val="FFFFFF"/>
          </a:solidFill>
          <a:ln w="9525">
            <a:solidFill>
              <a:srgbClr val="DDDDE2"/>
            </a:solidFill>
            <a:prstDash val="solid"/>
          </a:ln>
        </p:spPr>
        <p:txBody>
          <a:bodyPr/>
          <a:lstStyle/>
          <a:p>
            <a:endParaRPr lang="en-US"/>
          </a:p>
        </p:txBody>
      </p:sp>
      <p:sp>
        <p:nvSpPr>
          <p:cNvPr id="73" name="Shape 28">
            <a:extLst>
              <a:ext uri="{FF2B5EF4-FFF2-40B4-BE49-F238E27FC236}">
                <a16:creationId xmlns:a16="http://schemas.microsoft.com/office/drawing/2014/main" id="{41EAB742-2982-95C5-7B17-35DC8EA4A910}"/>
              </a:ext>
            </a:extLst>
          </p:cNvPr>
          <p:cNvSpPr/>
          <p:nvPr/>
        </p:nvSpPr>
        <p:spPr>
          <a:xfrm>
            <a:off x="752551" y="4608526"/>
            <a:ext cx="334670" cy="0"/>
          </a:xfrm>
          <a:prstGeom prst="line">
            <a:avLst/>
          </a:prstGeom>
          <a:noFill/>
          <a:ln w="17780">
            <a:solidFill>
              <a:srgbClr val="0070AD"/>
            </a:solidFill>
            <a:prstDash val="solid"/>
            <a:headEnd type="none"/>
          </a:ln>
        </p:spPr>
        <p:txBody>
          <a:bodyPr/>
          <a:lstStyle/>
          <a:p>
            <a:endParaRPr lang="en-US"/>
          </a:p>
        </p:txBody>
      </p:sp>
      <p:sp>
        <p:nvSpPr>
          <p:cNvPr id="75" name="Shape 29">
            <a:extLst>
              <a:ext uri="{FF2B5EF4-FFF2-40B4-BE49-F238E27FC236}">
                <a16:creationId xmlns:a16="http://schemas.microsoft.com/office/drawing/2014/main" id="{9B9D2602-5E7B-3099-4F6A-FCD0FC4C782E}"/>
              </a:ext>
            </a:extLst>
          </p:cNvPr>
          <p:cNvSpPr/>
          <p:nvPr/>
        </p:nvSpPr>
        <p:spPr>
          <a:xfrm>
            <a:off x="752551" y="4729227"/>
            <a:ext cx="334670" cy="0"/>
          </a:xfrm>
          <a:prstGeom prst="line">
            <a:avLst/>
          </a:prstGeom>
          <a:noFill/>
          <a:ln w="17780">
            <a:solidFill>
              <a:srgbClr val="0070AD"/>
            </a:solidFill>
            <a:prstDash val="solid"/>
            <a:headEnd type="none"/>
          </a:ln>
        </p:spPr>
        <p:txBody>
          <a:bodyPr/>
          <a:lstStyle/>
          <a:p>
            <a:endParaRPr lang="en-US"/>
          </a:p>
        </p:txBody>
      </p:sp>
      <p:sp>
        <p:nvSpPr>
          <p:cNvPr id="77" name="Shape 30">
            <a:extLst>
              <a:ext uri="{FF2B5EF4-FFF2-40B4-BE49-F238E27FC236}">
                <a16:creationId xmlns:a16="http://schemas.microsoft.com/office/drawing/2014/main" id="{2D11844C-A0AB-F2E5-25B4-EEF76ABDC74E}"/>
              </a:ext>
            </a:extLst>
          </p:cNvPr>
          <p:cNvSpPr/>
          <p:nvPr/>
        </p:nvSpPr>
        <p:spPr>
          <a:xfrm>
            <a:off x="752551" y="4850842"/>
            <a:ext cx="334670" cy="0"/>
          </a:xfrm>
          <a:prstGeom prst="line">
            <a:avLst/>
          </a:prstGeom>
          <a:noFill/>
          <a:ln w="17780">
            <a:solidFill>
              <a:srgbClr val="0070AD"/>
            </a:solidFill>
            <a:prstDash val="solid"/>
            <a:headEnd type="none"/>
          </a:ln>
        </p:spPr>
        <p:txBody>
          <a:bodyPr/>
          <a:lstStyle/>
          <a:p>
            <a:endParaRPr lang="en-US"/>
          </a:p>
        </p:txBody>
      </p:sp>
      <p:sp>
        <p:nvSpPr>
          <p:cNvPr id="79" name="Shape 31">
            <a:extLst>
              <a:ext uri="{FF2B5EF4-FFF2-40B4-BE49-F238E27FC236}">
                <a16:creationId xmlns:a16="http://schemas.microsoft.com/office/drawing/2014/main" id="{6BBCDB1C-1C14-877B-29BF-CF515559584D}"/>
              </a:ext>
            </a:extLst>
          </p:cNvPr>
          <p:cNvSpPr/>
          <p:nvPr/>
        </p:nvSpPr>
        <p:spPr>
          <a:xfrm>
            <a:off x="822960" y="4567378"/>
            <a:ext cx="82296" cy="82296"/>
          </a:xfrm>
          <a:prstGeom prst="ellipse">
            <a:avLst/>
          </a:prstGeom>
          <a:solidFill>
            <a:srgbClr val="FFFFFF"/>
          </a:solidFill>
          <a:ln w="15875">
            <a:solidFill>
              <a:srgbClr val="0070AD"/>
            </a:solidFill>
            <a:prstDash val="solid"/>
          </a:ln>
        </p:spPr>
        <p:txBody>
          <a:bodyPr/>
          <a:lstStyle/>
          <a:p>
            <a:endParaRPr lang="en-US"/>
          </a:p>
        </p:txBody>
      </p:sp>
      <p:sp>
        <p:nvSpPr>
          <p:cNvPr id="81" name="Shape 32">
            <a:extLst>
              <a:ext uri="{FF2B5EF4-FFF2-40B4-BE49-F238E27FC236}">
                <a16:creationId xmlns:a16="http://schemas.microsoft.com/office/drawing/2014/main" id="{BF43CF46-81C2-CF28-05CD-7B9A54416AB8}"/>
              </a:ext>
            </a:extLst>
          </p:cNvPr>
          <p:cNvSpPr/>
          <p:nvPr/>
        </p:nvSpPr>
        <p:spPr>
          <a:xfrm>
            <a:off x="988466" y="4689908"/>
            <a:ext cx="82296" cy="82296"/>
          </a:xfrm>
          <a:prstGeom prst="ellipse">
            <a:avLst/>
          </a:prstGeom>
          <a:solidFill>
            <a:srgbClr val="FFFFFF"/>
          </a:solidFill>
          <a:ln w="15875">
            <a:solidFill>
              <a:srgbClr val="0070AD"/>
            </a:solidFill>
            <a:prstDash val="solid"/>
          </a:ln>
        </p:spPr>
        <p:txBody>
          <a:bodyPr/>
          <a:lstStyle/>
          <a:p>
            <a:endParaRPr lang="en-US"/>
          </a:p>
        </p:txBody>
      </p:sp>
      <p:sp>
        <p:nvSpPr>
          <p:cNvPr id="83" name="Shape 33">
            <a:extLst>
              <a:ext uri="{FF2B5EF4-FFF2-40B4-BE49-F238E27FC236}">
                <a16:creationId xmlns:a16="http://schemas.microsoft.com/office/drawing/2014/main" id="{CCFAD83E-EAF4-03A2-07E7-28DFD3C6CF6F}"/>
              </a:ext>
            </a:extLst>
          </p:cNvPr>
          <p:cNvSpPr/>
          <p:nvPr/>
        </p:nvSpPr>
        <p:spPr>
          <a:xfrm>
            <a:off x="879653" y="4810609"/>
            <a:ext cx="82296" cy="82296"/>
          </a:xfrm>
          <a:prstGeom prst="ellipse">
            <a:avLst/>
          </a:prstGeom>
          <a:solidFill>
            <a:srgbClr val="FFFFFF"/>
          </a:solidFill>
          <a:ln w="15875">
            <a:solidFill>
              <a:srgbClr val="0070AD"/>
            </a:solidFill>
            <a:prstDash val="solid"/>
          </a:ln>
        </p:spPr>
        <p:txBody>
          <a:bodyPr/>
          <a:lstStyle/>
          <a:p>
            <a:endParaRPr lang="en-US"/>
          </a:p>
        </p:txBody>
      </p:sp>
      <p:sp>
        <p:nvSpPr>
          <p:cNvPr id="85" name="Text 34">
            <a:extLst>
              <a:ext uri="{FF2B5EF4-FFF2-40B4-BE49-F238E27FC236}">
                <a16:creationId xmlns:a16="http://schemas.microsoft.com/office/drawing/2014/main" id="{DE2B0577-2F16-3BD2-8A89-F58CF72F1662}"/>
              </a:ext>
            </a:extLst>
          </p:cNvPr>
          <p:cNvSpPr txBox="1"/>
          <p:nvPr/>
        </p:nvSpPr>
        <p:spPr>
          <a:xfrm>
            <a:off x="1152144" y="4503370"/>
            <a:ext cx="1309421" cy="196596"/>
          </a:xfrm>
          <a:prstGeom prst="rect">
            <a:avLst/>
          </a:prstGeom>
          <a:noFill/>
          <a:ln/>
        </p:spPr>
        <p:txBody>
          <a:bodyPr wrap="square" lIns="0" tIns="0" rIns="0" bIns="0" rtlCol="0" anchor="ctr">
            <a:normAutofit fontScale="85000" lnSpcReduction="10000"/>
          </a:bodyPr>
          <a:lstStyle/>
          <a:p>
            <a:pPr marL="0" indent="0" algn="l">
              <a:lnSpc>
                <a:spcPct val="96000"/>
              </a:lnSpc>
              <a:buNone/>
            </a:pPr>
            <a:r>
              <a:rPr lang="en-US" sz="1035" b="1" dirty="0">
                <a:solidFill>
                  <a:srgbClr val="2B0A3D"/>
                </a:solidFill>
                <a:latin typeface="Ubuntu" pitchFamily="34" charset="0"/>
                <a:ea typeface="Ubuntu" pitchFamily="34" charset="-122"/>
                <a:cs typeface="Ubuntu" pitchFamily="34" charset="-120"/>
              </a:rPr>
              <a:t>Workshop assumptions</a:t>
            </a:r>
            <a:endParaRPr lang="en-US" sz="1035" dirty="0"/>
          </a:p>
        </p:txBody>
      </p:sp>
      <p:sp>
        <p:nvSpPr>
          <p:cNvPr id="87" name="Text 35">
            <a:extLst>
              <a:ext uri="{FF2B5EF4-FFF2-40B4-BE49-F238E27FC236}">
                <a16:creationId xmlns:a16="http://schemas.microsoft.com/office/drawing/2014/main" id="{D217E8B0-9E14-E0A5-2821-7C47BE57448D}"/>
              </a:ext>
            </a:extLst>
          </p:cNvPr>
          <p:cNvSpPr txBox="1"/>
          <p:nvPr/>
        </p:nvSpPr>
        <p:spPr>
          <a:xfrm>
            <a:off x="1152144" y="4732885"/>
            <a:ext cx="1307592" cy="355702"/>
          </a:xfrm>
          <a:prstGeom prst="rect">
            <a:avLst/>
          </a:prstGeom>
          <a:noFill/>
          <a:ln/>
        </p:spPr>
        <p:txBody>
          <a:bodyPr wrap="square" lIns="0" tIns="0" rIns="0" bIns="0" rtlCol="0" anchor="t">
            <a:normAutofit/>
          </a:bodyPr>
          <a:lstStyle/>
          <a:p>
            <a:pPr marL="0" indent="0" algn="l">
              <a:lnSpc>
                <a:spcPct val="96000"/>
              </a:lnSpc>
              <a:buNone/>
            </a:pPr>
            <a:r>
              <a:rPr lang="en-US" sz="882" dirty="0">
                <a:solidFill>
                  <a:srgbClr val="34343D"/>
                </a:solidFill>
                <a:latin typeface="Ubuntu" pitchFamily="34" charset="0"/>
                <a:ea typeface="Ubuntu" pitchFamily="34" charset="-122"/>
                <a:cs typeface="Ubuntu" pitchFamily="34" charset="-120"/>
              </a:rPr>
              <a:t>Volumes, effort,</a:t>
            </a:r>
            <a:endParaRPr lang="en-US" sz="882" dirty="0"/>
          </a:p>
          <a:p>
            <a:pPr marL="0" indent="0" algn="l">
              <a:lnSpc>
                <a:spcPct val="96000"/>
              </a:lnSpc>
              <a:buNone/>
            </a:pPr>
            <a:r>
              <a:rPr lang="en-US" sz="882" dirty="0">
                <a:solidFill>
                  <a:srgbClr val="34343D"/>
                </a:solidFill>
                <a:latin typeface="Ubuntu" pitchFamily="34" charset="0"/>
                <a:ea typeface="Ubuntu" pitchFamily="34" charset="-122"/>
                <a:cs typeface="Ubuntu" pitchFamily="34" charset="-120"/>
              </a:rPr>
              <a:t>waits, costs</a:t>
            </a:r>
            <a:endParaRPr lang="en-US" sz="882" dirty="0"/>
          </a:p>
        </p:txBody>
      </p:sp>
      <p:sp>
        <p:nvSpPr>
          <p:cNvPr id="89" name="Text 36">
            <a:extLst>
              <a:ext uri="{FF2B5EF4-FFF2-40B4-BE49-F238E27FC236}">
                <a16:creationId xmlns:a16="http://schemas.microsoft.com/office/drawing/2014/main" id="{7DEE021E-5EAE-7840-368D-03C2609FFF73}"/>
              </a:ext>
            </a:extLst>
          </p:cNvPr>
          <p:cNvSpPr txBox="1"/>
          <p:nvPr/>
        </p:nvSpPr>
        <p:spPr>
          <a:xfrm>
            <a:off x="640080" y="5316272"/>
            <a:ext cx="1876349" cy="309982"/>
          </a:xfrm>
          <a:prstGeom prst="rect">
            <a:avLst/>
          </a:prstGeom>
          <a:noFill/>
          <a:ln/>
        </p:spPr>
        <p:txBody>
          <a:bodyPr wrap="square" lIns="0" tIns="0" rIns="0" bIns="0" rtlCol="0" anchor="ctr">
            <a:normAutofit/>
          </a:bodyPr>
          <a:lstStyle/>
          <a:p>
            <a:pPr marL="0" indent="0" algn="ctr">
              <a:lnSpc>
                <a:spcPct val="96000"/>
              </a:lnSpc>
              <a:buNone/>
            </a:pPr>
            <a:r>
              <a:rPr lang="en-US" sz="891" dirty="0">
                <a:solidFill>
                  <a:srgbClr val="0070AD"/>
                </a:solidFill>
                <a:latin typeface="Ubuntu" pitchFamily="34" charset="0"/>
                <a:ea typeface="Ubuntu" pitchFamily="34" charset="-122"/>
                <a:cs typeface="Ubuntu" pitchFamily="34" charset="-120"/>
              </a:rPr>
              <a:t>Separate what is known from</a:t>
            </a:r>
            <a:endParaRPr lang="en-US" sz="891" dirty="0"/>
          </a:p>
          <a:p>
            <a:pPr marL="0" indent="0" algn="ctr">
              <a:lnSpc>
                <a:spcPct val="96000"/>
              </a:lnSpc>
              <a:buNone/>
            </a:pPr>
            <a:r>
              <a:rPr lang="en-US" sz="891" dirty="0">
                <a:solidFill>
                  <a:srgbClr val="0070AD"/>
                </a:solidFill>
                <a:latin typeface="Ubuntu" pitchFamily="34" charset="0"/>
                <a:ea typeface="Ubuntu" pitchFamily="34" charset="-122"/>
                <a:cs typeface="Ubuntu" pitchFamily="34" charset="-120"/>
              </a:rPr>
              <a:t>what needs validation</a:t>
            </a:r>
            <a:endParaRPr lang="en-US" sz="891" dirty="0"/>
          </a:p>
        </p:txBody>
      </p:sp>
      <p:sp>
        <p:nvSpPr>
          <p:cNvPr id="91" name="Shape 37">
            <a:extLst>
              <a:ext uri="{FF2B5EF4-FFF2-40B4-BE49-F238E27FC236}">
                <a16:creationId xmlns:a16="http://schemas.microsoft.com/office/drawing/2014/main" id="{8A9299B9-799A-AA56-7B91-4D1948184E6C}"/>
              </a:ext>
            </a:extLst>
          </p:cNvPr>
          <p:cNvSpPr/>
          <p:nvPr/>
        </p:nvSpPr>
        <p:spPr>
          <a:xfrm>
            <a:off x="2543861" y="2864765"/>
            <a:ext cx="175565" cy="0"/>
          </a:xfrm>
          <a:prstGeom prst="line">
            <a:avLst/>
          </a:prstGeom>
          <a:noFill/>
          <a:ln w="12065">
            <a:solidFill>
              <a:srgbClr val="0070AD"/>
            </a:solidFill>
            <a:prstDash val="solid"/>
            <a:headEnd type="none"/>
          </a:ln>
        </p:spPr>
        <p:txBody>
          <a:bodyPr/>
          <a:lstStyle/>
          <a:p>
            <a:endParaRPr lang="en-US"/>
          </a:p>
        </p:txBody>
      </p:sp>
      <p:sp>
        <p:nvSpPr>
          <p:cNvPr id="93" name="Shape 38">
            <a:extLst>
              <a:ext uri="{FF2B5EF4-FFF2-40B4-BE49-F238E27FC236}">
                <a16:creationId xmlns:a16="http://schemas.microsoft.com/office/drawing/2014/main" id="{F2E270FF-8FB9-69CC-E5B1-BDD0EC7FD8D3}"/>
              </a:ext>
            </a:extLst>
          </p:cNvPr>
          <p:cNvSpPr/>
          <p:nvPr/>
        </p:nvSpPr>
        <p:spPr>
          <a:xfrm>
            <a:off x="2543861" y="3832201"/>
            <a:ext cx="175565" cy="0"/>
          </a:xfrm>
          <a:prstGeom prst="line">
            <a:avLst/>
          </a:prstGeom>
          <a:noFill/>
          <a:ln w="12065">
            <a:solidFill>
              <a:srgbClr val="0070AD"/>
            </a:solidFill>
            <a:prstDash val="solid"/>
            <a:headEnd type="none"/>
          </a:ln>
        </p:spPr>
        <p:txBody>
          <a:bodyPr/>
          <a:lstStyle/>
          <a:p>
            <a:endParaRPr lang="en-US"/>
          </a:p>
        </p:txBody>
      </p:sp>
      <p:sp>
        <p:nvSpPr>
          <p:cNvPr id="95" name="Shape 39">
            <a:extLst>
              <a:ext uri="{FF2B5EF4-FFF2-40B4-BE49-F238E27FC236}">
                <a16:creationId xmlns:a16="http://schemas.microsoft.com/office/drawing/2014/main" id="{2176226D-D67E-B598-1B67-9480F44C2C48}"/>
              </a:ext>
            </a:extLst>
          </p:cNvPr>
          <p:cNvSpPr/>
          <p:nvPr/>
        </p:nvSpPr>
        <p:spPr>
          <a:xfrm>
            <a:off x="2543861" y="4799636"/>
            <a:ext cx="175565" cy="0"/>
          </a:xfrm>
          <a:prstGeom prst="line">
            <a:avLst/>
          </a:prstGeom>
          <a:noFill/>
          <a:ln w="12065">
            <a:solidFill>
              <a:srgbClr val="0070AD"/>
            </a:solidFill>
            <a:prstDash val="solid"/>
            <a:headEnd type="none"/>
          </a:ln>
        </p:spPr>
        <p:txBody>
          <a:bodyPr/>
          <a:lstStyle/>
          <a:p>
            <a:endParaRPr lang="en-US"/>
          </a:p>
        </p:txBody>
      </p:sp>
      <p:sp>
        <p:nvSpPr>
          <p:cNvPr id="97" name="Shape 40">
            <a:extLst>
              <a:ext uri="{FF2B5EF4-FFF2-40B4-BE49-F238E27FC236}">
                <a16:creationId xmlns:a16="http://schemas.microsoft.com/office/drawing/2014/main" id="{68316C3F-E68F-2F3A-7D7A-B10925B637F9}"/>
              </a:ext>
            </a:extLst>
          </p:cNvPr>
          <p:cNvSpPr/>
          <p:nvPr/>
        </p:nvSpPr>
        <p:spPr>
          <a:xfrm>
            <a:off x="2720340" y="2865680"/>
            <a:ext cx="0" cy="1933956"/>
          </a:xfrm>
          <a:prstGeom prst="line">
            <a:avLst/>
          </a:prstGeom>
          <a:noFill/>
          <a:ln w="11430">
            <a:solidFill>
              <a:srgbClr val="0070AD"/>
            </a:solidFill>
            <a:prstDash val="solid"/>
            <a:headEnd type="none"/>
          </a:ln>
        </p:spPr>
        <p:txBody>
          <a:bodyPr/>
          <a:lstStyle/>
          <a:p>
            <a:endParaRPr lang="en-US"/>
          </a:p>
        </p:txBody>
      </p:sp>
      <p:sp>
        <p:nvSpPr>
          <p:cNvPr id="99" name="Shape 41">
            <a:extLst>
              <a:ext uri="{FF2B5EF4-FFF2-40B4-BE49-F238E27FC236}">
                <a16:creationId xmlns:a16="http://schemas.microsoft.com/office/drawing/2014/main" id="{80F1F491-4BFF-79D9-0809-7BD829AD7B87}"/>
              </a:ext>
            </a:extLst>
          </p:cNvPr>
          <p:cNvSpPr/>
          <p:nvPr/>
        </p:nvSpPr>
        <p:spPr>
          <a:xfrm>
            <a:off x="2720340" y="3832201"/>
            <a:ext cx="86868" cy="0"/>
          </a:xfrm>
          <a:prstGeom prst="line">
            <a:avLst/>
          </a:prstGeom>
          <a:noFill/>
          <a:ln w="20320">
            <a:solidFill>
              <a:srgbClr val="0070AD"/>
            </a:solidFill>
            <a:prstDash val="solid"/>
            <a:headEnd type="none"/>
            <a:tailEnd type="triangle"/>
          </a:ln>
        </p:spPr>
        <p:txBody>
          <a:bodyPr/>
          <a:lstStyle/>
          <a:p>
            <a:endParaRPr lang="en-US"/>
          </a:p>
        </p:txBody>
      </p:sp>
      <p:sp>
        <p:nvSpPr>
          <p:cNvPr id="101" name="Shape 42">
            <a:extLst>
              <a:ext uri="{FF2B5EF4-FFF2-40B4-BE49-F238E27FC236}">
                <a16:creationId xmlns:a16="http://schemas.microsoft.com/office/drawing/2014/main" id="{2520264C-259B-B502-1F89-63FAD36C529D}"/>
              </a:ext>
            </a:extLst>
          </p:cNvPr>
          <p:cNvSpPr/>
          <p:nvPr/>
        </p:nvSpPr>
        <p:spPr>
          <a:xfrm>
            <a:off x="2823667" y="1682446"/>
            <a:ext cx="6798564" cy="4053535"/>
          </a:xfrm>
          <a:prstGeom prst="roundRect">
            <a:avLst>
              <a:gd name="adj" fmla="val 1241"/>
            </a:avLst>
          </a:prstGeom>
          <a:solidFill>
            <a:srgbClr val="FFFFFF"/>
          </a:solidFill>
          <a:ln w="10795">
            <a:solidFill>
              <a:srgbClr val="DDDDE2"/>
            </a:solidFill>
            <a:prstDash val="solid"/>
          </a:ln>
        </p:spPr>
        <p:txBody>
          <a:bodyPr/>
          <a:lstStyle/>
          <a:p>
            <a:endParaRPr lang="en-US"/>
          </a:p>
        </p:txBody>
      </p:sp>
      <p:sp>
        <p:nvSpPr>
          <p:cNvPr id="103" name="Shape 43">
            <a:extLst>
              <a:ext uri="{FF2B5EF4-FFF2-40B4-BE49-F238E27FC236}">
                <a16:creationId xmlns:a16="http://schemas.microsoft.com/office/drawing/2014/main" id="{F358F63C-FBBE-9CC9-DB85-1A7D167CBC12}"/>
              </a:ext>
            </a:extLst>
          </p:cNvPr>
          <p:cNvSpPr/>
          <p:nvPr/>
        </p:nvSpPr>
        <p:spPr>
          <a:xfrm>
            <a:off x="2823667" y="1682446"/>
            <a:ext cx="6798564" cy="327355"/>
          </a:xfrm>
          <a:prstGeom prst="roundRect">
            <a:avLst>
              <a:gd name="adj" fmla="val 8939"/>
            </a:avLst>
          </a:prstGeom>
          <a:solidFill>
            <a:srgbClr val="2B0A3D"/>
          </a:solidFill>
          <a:ln w="12700">
            <a:solidFill>
              <a:srgbClr val="2B0A3D">
                <a:alpha val="0"/>
              </a:srgbClr>
            </a:solidFill>
            <a:prstDash val="solid"/>
          </a:ln>
        </p:spPr>
        <p:txBody>
          <a:bodyPr/>
          <a:lstStyle/>
          <a:p>
            <a:endParaRPr lang="en-US"/>
          </a:p>
        </p:txBody>
      </p:sp>
      <p:sp>
        <p:nvSpPr>
          <p:cNvPr id="105" name="Text 44">
            <a:extLst>
              <a:ext uri="{FF2B5EF4-FFF2-40B4-BE49-F238E27FC236}">
                <a16:creationId xmlns:a16="http://schemas.microsoft.com/office/drawing/2014/main" id="{9A5D877C-6026-81FA-ECCA-5B80DABF7CA3}"/>
              </a:ext>
            </a:extLst>
          </p:cNvPr>
          <p:cNvSpPr txBox="1"/>
          <p:nvPr/>
        </p:nvSpPr>
        <p:spPr>
          <a:xfrm>
            <a:off x="2967228" y="1731824"/>
            <a:ext cx="6492240" cy="210312"/>
          </a:xfrm>
          <a:prstGeom prst="rect">
            <a:avLst/>
          </a:prstGeom>
          <a:noFill/>
          <a:ln/>
        </p:spPr>
        <p:txBody>
          <a:bodyPr wrap="square" lIns="0" tIns="0" rIns="0" bIns="0" rtlCol="0" anchor="ctr">
            <a:normAutofit/>
          </a:bodyPr>
          <a:lstStyle/>
          <a:p>
            <a:pPr marL="0" indent="0" algn="l">
              <a:lnSpc>
                <a:spcPct val="96000"/>
              </a:lnSpc>
              <a:buNone/>
            </a:pPr>
            <a:r>
              <a:rPr lang="en-US" sz="1185" b="1" dirty="0">
                <a:solidFill>
                  <a:srgbClr val="FFFFFF"/>
                </a:solidFill>
                <a:latin typeface="Ubuntu" pitchFamily="34" charset="0"/>
                <a:ea typeface="Ubuntu" pitchFamily="34" charset="-122"/>
                <a:cs typeface="Ubuntu" pitchFamily="34" charset="-120"/>
              </a:rPr>
              <a:t>AIxRay  |  Before-and-after process exploration</a:t>
            </a:r>
            <a:endParaRPr lang="en-US" sz="1185" dirty="0"/>
          </a:p>
        </p:txBody>
      </p:sp>
      <p:sp>
        <p:nvSpPr>
          <p:cNvPr id="107" name="Text 45">
            <a:extLst>
              <a:ext uri="{FF2B5EF4-FFF2-40B4-BE49-F238E27FC236}">
                <a16:creationId xmlns:a16="http://schemas.microsoft.com/office/drawing/2014/main" id="{473DFDEB-9137-4CEC-C5AB-17F6D13B0C3C}"/>
              </a:ext>
            </a:extLst>
          </p:cNvPr>
          <p:cNvSpPr txBox="1"/>
          <p:nvPr/>
        </p:nvSpPr>
        <p:spPr>
          <a:xfrm>
            <a:off x="2964485" y="2055521"/>
            <a:ext cx="494690" cy="173736"/>
          </a:xfrm>
          <a:prstGeom prst="rect">
            <a:avLst/>
          </a:prstGeom>
          <a:noFill/>
          <a:ln/>
        </p:spPr>
        <p:txBody>
          <a:bodyPr wrap="square" lIns="0" tIns="0" rIns="0" bIns="0" rtlCol="0" anchor="ctr">
            <a:normAutofit/>
          </a:bodyPr>
          <a:lstStyle/>
          <a:p>
            <a:pPr marL="0" indent="0" algn="l">
              <a:lnSpc>
                <a:spcPct val="96000"/>
              </a:lnSpc>
              <a:buNone/>
            </a:pPr>
            <a:r>
              <a:rPr lang="en-US" sz="950" b="1" dirty="0">
                <a:solidFill>
                  <a:srgbClr val="0070AD"/>
                </a:solidFill>
                <a:latin typeface="Ubuntu" pitchFamily="34" charset="0"/>
                <a:ea typeface="Ubuntu" pitchFamily="34" charset="-122"/>
                <a:cs typeface="Ubuntu" pitchFamily="34" charset="-120"/>
              </a:rPr>
              <a:t>Routine</a:t>
            </a:r>
            <a:endParaRPr lang="en-US" sz="950" dirty="0"/>
          </a:p>
        </p:txBody>
      </p:sp>
      <p:sp>
        <p:nvSpPr>
          <p:cNvPr id="109" name="Shape 46">
            <a:extLst>
              <a:ext uri="{FF2B5EF4-FFF2-40B4-BE49-F238E27FC236}">
                <a16:creationId xmlns:a16="http://schemas.microsoft.com/office/drawing/2014/main" id="{02A6BBF6-5523-66A4-CD83-37BBE19F5A5E}"/>
              </a:ext>
            </a:extLst>
          </p:cNvPr>
          <p:cNvSpPr/>
          <p:nvPr/>
        </p:nvSpPr>
        <p:spPr>
          <a:xfrm>
            <a:off x="2962656" y="2264005"/>
            <a:ext cx="483718" cy="0"/>
          </a:xfrm>
          <a:prstGeom prst="line">
            <a:avLst/>
          </a:prstGeom>
          <a:noFill/>
          <a:ln w="24130">
            <a:solidFill>
              <a:srgbClr val="0070AD"/>
            </a:solidFill>
            <a:prstDash val="solid"/>
            <a:headEnd type="none"/>
          </a:ln>
        </p:spPr>
        <p:txBody>
          <a:bodyPr/>
          <a:lstStyle/>
          <a:p>
            <a:endParaRPr lang="en-US"/>
          </a:p>
        </p:txBody>
      </p:sp>
      <p:sp>
        <p:nvSpPr>
          <p:cNvPr id="111" name="Shape 47">
            <a:extLst>
              <a:ext uri="{FF2B5EF4-FFF2-40B4-BE49-F238E27FC236}">
                <a16:creationId xmlns:a16="http://schemas.microsoft.com/office/drawing/2014/main" id="{1E9EAACD-52A4-E935-8371-C3D16BA99393}"/>
              </a:ext>
            </a:extLst>
          </p:cNvPr>
          <p:cNvSpPr/>
          <p:nvPr/>
        </p:nvSpPr>
        <p:spPr>
          <a:xfrm>
            <a:off x="3530498" y="2058265"/>
            <a:ext cx="0" cy="168250"/>
          </a:xfrm>
          <a:prstGeom prst="line">
            <a:avLst/>
          </a:prstGeom>
          <a:noFill/>
          <a:ln w="10160">
            <a:solidFill>
              <a:srgbClr val="DDDDE2"/>
            </a:solidFill>
            <a:prstDash val="solid"/>
            <a:headEnd type="none"/>
          </a:ln>
        </p:spPr>
        <p:txBody>
          <a:bodyPr/>
          <a:lstStyle/>
          <a:p>
            <a:endParaRPr lang="en-US"/>
          </a:p>
        </p:txBody>
      </p:sp>
      <p:sp>
        <p:nvSpPr>
          <p:cNvPr id="113" name="Text 48">
            <a:extLst>
              <a:ext uri="{FF2B5EF4-FFF2-40B4-BE49-F238E27FC236}">
                <a16:creationId xmlns:a16="http://schemas.microsoft.com/office/drawing/2014/main" id="{D349092B-2970-1631-14B0-233E57700D0A}"/>
              </a:ext>
            </a:extLst>
          </p:cNvPr>
          <p:cNvSpPr txBox="1"/>
          <p:nvPr/>
        </p:nvSpPr>
        <p:spPr>
          <a:xfrm>
            <a:off x="3621938" y="2055521"/>
            <a:ext cx="1101852" cy="173736"/>
          </a:xfrm>
          <a:prstGeom prst="rect">
            <a:avLst/>
          </a:prstGeom>
          <a:noFill/>
          <a:ln/>
        </p:spPr>
        <p:txBody>
          <a:bodyPr wrap="square" lIns="0" tIns="0" rIns="0" bIns="0" rtlCol="0" anchor="ctr">
            <a:normAutofit/>
          </a:bodyPr>
          <a:lstStyle/>
          <a:p>
            <a:pPr marL="0" indent="0" algn="l">
              <a:lnSpc>
                <a:spcPct val="96000"/>
              </a:lnSpc>
              <a:buNone/>
            </a:pPr>
            <a:r>
              <a:rPr lang="en-US" sz="915" dirty="0">
                <a:solidFill>
                  <a:srgbClr val="71717E"/>
                </a:solidFill>
                <a:latin typeface="Ubuntu" pitchFamily="34" charset="0"/>
                <a:ea typeface="Ubuntu" pitchFamily="34" charset="-122"/>
                <a:cs typeface="Ubuntu" pitchFamily="34" charset="-120"/>
              </a:rPr>
              <a:t>Minor exception</a:t>
            </a:r>
            <a:endParaRPr lang="en-US" sz="915" dirty="0"/>
          </a:p>
        </p:txBody>
      </p:sp>
      <p:sp>
        <p:nvSpPr>
          <p:cNvPr id="115" name="Shape 49">
            <a:extLst>
              <a:ext uri="{FF2B5EF4-FFF2-40B4-BE49-F238E27FC236}">
                <a16:creationId xmlns:a16="http://schemas.microsoft.com/office/drawing/2014/main" id="{B2011287-3354-8649-8167-446498177F2E}"/>
              </a:ext>
            </a:extLst>
          </p:cNvPr>
          <p:cNvSpPr/>
          <p:nvPr/>
        </p:nvSpPr>
        <p:spPr>
          <a:xfrm>
            <a:off x="4785970" y="2058265"/>
            <a:ext cx="0" cy="168250"/>
          </a:xfrm>
          <a:prstGeom prst="line">
            <a:avLst/>
          </a:prstGeom>
          <a:noFill/>
          <a:ln w="10160">
            <a:solidFill>
              <a:srgbClr val="DDDDE2"/>
            </a:solidFill>
            <a:prstDash val="solid"/>
            <a:headEnd type="none"/>
          </a:ln>
        </p:spPr>
        <p:txBody>
          <a:bodyPr/>
          <a:lstStyle/>
          <a:p>
            <a:endParaRPr lang="en-US"/>
          </a:p>
        </p:txBody>
      </p:sp>
      <p:sp>
        <p:nvSpPr>
          <p:cNvPr id="117" name="Text 50">
            <a:extLst>
              <a:ext uri="{FF2B5EF4-FFF2-40B4-BE49-F238E27FC236}">
                <a16:creationId xmlns:a16="http://schemas.microsoft.com/office/drawing/2014/main" id="{B08FDD0A-43B4-47E9-3276-29AAC7BCAE82}"/>
              </a:ext>
            </a:extLst>
          </p:cNvPr>
          <p:cNvSpPr txBox="1"/>
          <p:nvPr/>
        </p:nvSpPr>
        <p:spPr>
          <a:xfrm>
            <a:off x="4878324" y="2055521"/>
            <a:ext cx="1193292" cy="173736"/>
          </a:xfrm>
          <a:prstGeom prst="rect">
            <a:avLst/>
          </a:prstGeom>
          <a:noFill/>
          <a:ln/>
        </p:spPr>
        <p:txBody>
          <a:bodyPr wrap="square" lIns="0" tIns="0" rIns="0" bIns="0" rtlCol="0" anchor="ctr">
            <a:normAutofit/>
          </a:bodyPr>
          <a:lstStyle/>
          <a:p>
            <a:pPr marL="0" indent="0" algn="l">
              <a:lnSpc>
                <a:spcPct val="96000"/>
              </a:lnSpc>
              <a:buNone/>
            </a:pPr>
            <a:r>
              <a:rPr lang="en-US" sz="915" dirty="0">
                <a:solidFill>
                  <a:srgbClr val="71717E"/>
                </a:solidFill>
                <a:latin typeface="Ubuntu" pitchFamily="34" charset="0"/>
                <a:ea typeface="Ubuntu" pitchFamily="34" charset="-122"/>
                <a:cs typeface="Ubuntu" pitchFamily="34" charset="-120"/>
              </a:rPr>
              <a:t>Major escalation</a:t>
            </a:r>
            <a:endParaRPr lang="en-US" sz="915" dirty="0"/>
          </a:p>
        </p:txBody>
      </p:sp>
      <p:sp>
        <p:nvSpPr>
          <p:cNvPr id="119" name="Text 51">
            <a:extLst>
              <a:ext uri="{FF2B5EF4-FFF2-40B4-BE49-F238E27FC236}">
                <a16:creationId xmlns:a16="http://schemas.microsoft.com/office/drawing/2014/main" id="{F13CAC80-668E-FBEC-18FF-E69553BFD5E0}"/>
              </a:ext>
            </a:extLst>
          </p:cNvPr>
          <p:cNvSpPr txBox="1"/>
          <p:nvPr/>
        </p:nvSpPr>
        <p:spPr>
          <a:xfrm>
            <a:off x="6117336" y="2063751"/>
            <a:ext cx="3328416" cy="153619"/>
          </a:xfrm>
          <a:prstGeom prst="rect">
            <a:avLst/>
          </a:prstGeom>
          <a:noFill/>
          <a:ln/>
        </p:spPr>
        <p:txBody>
          <a:bodyPr wrap="square" lIns="0" tIns="0" rIns="0" bIns="0" rtlCol="0" anchor="ctr">
            <a:normAutofit/>
          </a:bodyPr>
          <a:lstStyle/>
          <a:p>
            <a:pPr marL="0" indent="0" algn="r">
              <a:lnSpc>
                <a:spcPct val="96000"/>
              </a:lnSpc>
              <a:buNone/>
            </a:pPr>
            <a:r>
              <a:rPr lang="en-US" sz="770" dirty="0">
                <a:solidFill>
                  <a:srgbClr val="71717E"/>
                </a:solidFill>
                <a:latin typeface="Ubuntu" pitchFamily="34" charset="0"/>
                <a:ea typeface="Ubuntu" pitchFamily="34" charset="-122"/>
                <a:cs typeface="Ubuntu" pitchFamily="34" charset="-120"/>
              </a:rPr>
              <a:t>Order confirmed  ›  Fulfillment complete  ›  Customer need resolved</a:t>
            </a:r>
            <a:endParaRPr lang="en-US" sz="770" dirty="0"/>
          </a:p>
        </p:txBody>
      </p:sp>
      <p:sp>
        <p:nvSpPr>
          <p:cNvPr id="121" name="Shape 52">
            <a:extLst>
              <a:ext uri="{FF2B5EF4-FFF2-40B4-BE49-F238E27FC236}">
                <a16:creationId xmlns:a16="http://schemas.microsoft.com/office/drawing/2014/main" id="{41E49740-FC73-BA66-DDD0-7EEC4EB27B04}"/>
              </a:ext>
            </a:extLst>
          </p:cNvPr>
          <p:cNvSpPr/>
          <p:nvPr/>
        </p:nvSpPr>
        <p:spPr>
          <a:xfrm>
            <a:off x="2907792" y="2296009"/>
            <a:ext cx="6629400" cy="0"/>
          </a:xfrm>
          <a:prstGeom prst="line">
            <a:avLst/>
          </a:prstGeom>
          <a:noFill/>
          <a:ln w="8255">
            <a:solidFill>
              <a:srgbClr val="DDDDE2"/>
            </a:solidFill>
            <a:prstDash val="solid"/>
            <a:headEnd type="none"/>
          </a:ln>
        </p:spPr>
        <p:txBody>
          <a:bodyPr/>
          <a:lstStyle/>
          <a:p>
            <a:endParaRPr lang="en-US"/>
          </a:p>
        </p:txBody>
      </p:sp>
      <p:sp>
        <p:nvSpPr>
          <p:cNvPr id="123" name="Shape 53">
            <a:extLst>
              <a:ext uri="{FF2B5EF4-FFF2-40B4-BE49-F238E27FC236}">
                <a16:creationId xmlns:a16="http://schemas.microsoft.com/office/drawing/2014/main" id="{6F21F283-685E-EE46-F161-7027B07B5293}"/>
              </a:ext>
            </a:extLst>
          </p:cNvPr>
          <p:cNvSpPr/>
          <p:nvPr/>
        </p:nvSpPr>
        <p:spPr>
          <a:xfrm>
            <a:off x="2903220" y="2319783"/>
            <a:ext cx="6643116" cy="1645920"/>
          </a:xfrm>
          <a:prstGeom prst="roundRect">
            <a:avLst>
              <a:gd name="adj" fmla="val 1389"/>
            </a:avLst>
          </a:prstGeom>
          <a:solidFill>
            <a:srgbClr val="F5F5F7"/>
          </a:solidFill>
          <a:ln w="12700">
            <a:solidFill>
              <a:srgbClr val="F5F5F7">
                <a:alpha val="0"/>
              </a:srgbClr>
            </a:solidFill>
            <a:prstDash val="solid"/>
          </a:ln>
        </p:spPr>
        <p:txBody>
          <a:bodyPr/>
          <a:lstStyle/>
          <a:p>
            <a:endParaRPr lang="en-US"/>
          </a:p>
        </p:txBody>
      </p:sp>
      <p:sp>
        <p:nvSpPr>
          <p:cNvPr id="125" name="Text 54">
            <a:extLst>
              <a:ext uri="{FF2B5EF4-FFF2-40B4-BE49-F238E27FC236}">
                <a16:creationId xmlns:a16="http://schemas.microsoft.com/office/drawing/2014/main" id="{8691FA6D-F299-04FF-BC4A-BF90DDA7D054}"/>
              </a:ext>
            </a:extLst>
          </p:cNvPr>
          <p:cNvSpPr txBox="1"/>
          <p:nvPr/>
        </p:nvSpPr>
        <p:spPr>
          <a:xfrm>
            <a:off x="2966314" y="2347215"/>
            <a:ext cx="3648456" cy="232258"/>
          </a:xfrm>
          <a:prstGeom prst="rect">
            <a:avLst/>
          </a:prstGeom>
          <a:noFill/>
          <a:ln/>
        </p:spPr>
        <p:txBody>
          <a:bodyPr wrap="square" lIns="0" tIns="0" rIns="0" bIns="0" rtlCol="0" anchor="ctr">
            <a:normAutofit/>
          </a:bodyPr>
          <a:lstStyle/>
          <a:p>
            <a:pPr marL="0" indent="0" algn="l">
              <a:lnSpc>
                <a:spcPct val="96000"/>
              </a:lnSpc>
              <a:buNone/>
            </a:pPr>
            <a:r>
              <a:rPr lang="en-US" sz="1185" b="1" dirty="0">
                <a:solidFill>
                  <a:srgbClr val="2B0A3D"/>
                </a:solidFill>
                <a:latin typeface="Ubuntu" pitchFamily="34" charset="0"/>
                <a:ea typeface="Ubuntu" pitchFamily="34" charset="-122"/>
                <a:cs typeface="Ubuntu" pitchFamily="34" charset="-120"/>
              </a:rPr>
              <a:t>Before: human-led coordination</a:t>
            </a:r>
            <a:endParaRPr lang="en-US" sz="1185" dirty="0"/>
          </a:p>
        </p:txBody>
      </p:sp>
      <p:sp>
        <p:nvSpPr>
          <p:cNvPr id="127" name="Text 55">
            <a:extLst>
              <a:ext uri="{FF2B5EF4-FFF2-40B4-BE49-F238E27FC236}">
                <a16:creationId xmlns:a16="http://schemas.microsoft.com/office/drawing/2014/main" id="{7BF799C7-8221-D03A-D207-87DEBA30B5CA}"/>
              </a:ext>
            </a:extLst>
          </p:cNvPr>
          <p:cNvSpPr txBox="1"/>
          <p:nvPr/>
        </p:nvSpPr>
        <p:spPr>
          <a:xfrm>
            <a:off x="7841894" y="2379219"/>
            <a:ext cx="1583741" cy="126187"/>
          </a:xfrm>
          <a:prstGeom prst="rect">
            <a:avLst/>
          </a:prstGeom>
          <a:noFill/>
          <a:ln/>
        </p:spPr>
        <p:txBody>
          <a:bodyPr wrap="square" lIns="0" tIns="0" rIns="0" bIns="0" rtlCol="0" anchor="ctr">
            <a:normAutofit/>
          </a:bodyPr>
          <a:lstStyle/>
          <a:p>
            <a:pPr marL="0" indent="0" algn="r">
              <a:lnSpc>
                <a:spcPct val="96000"/>
              </a:lnSpc>
              <a:buNone/>
            </a:pPr>
            <a:r>
              <a:rPr lang="en-US" sz="800" dirty="0">
                <a:solidFill>
                  <a:srgbClr val="71717E"/>
                </a:solidFill>
                <a:latin typeface="Ubuntu" pitchFamily="34" charset="0"/>
                <a:ea typeface="Ubuntu" pitchFamily="34" charset="-122"/>
                <a:cs typeface="Ubuntu" pitchFamily="34" charset="-120"/>
              </a:rPr>
              <a:t>Rework across handoffs</a:t>
            </a:r>
            <a:endParaRPr lang="en-US" sz="800" dirty="0"/>
          </a:p>
        </p:txBody>
      </p:sp>
      <p:sp>
        <p:nvSpPr>
          <p:cNvPr id="129" name="Text 56">
            <a:extLst>
              <a:ext uri="{FF2B5EF4-FFF2-40B4-BE49-F238E27FC236}">
                <a16:creationId xmlns:a16="http://schemas.microsoft.com/office/drawing/2014/main" id="{D9AE1CD6-B8CD-AF75-DB4E-5E6049D7E2E8}"/>
              </a:ext>
            </a:extLst>
          </p:cNvPr>
          <p:cNvSpPr txBox="1"/>
          <p:nvPr/>
        </p:nvSpPr>
        <p:spPr>
          <a:xfrm>
            <a:off x="2959913" y="2669998"/>
            <a:ext cx="774497" cy="145390"/>
          </a:xfrm>
          <a:prstGeom prst="rect">
            <a:avLst/>
          </a:prstGeom>
          <a:noFill/>
          <a:ln/>
        </p:spPr>
        <p:txBody>
          <a:bodyPr wrap="square" lIns="0" tIns="0" rIns="0" bIns="0" rtlCol="0" anchor="ctr">
            <a:normAutofit/>
          </a:bodyPr>
          <a:lstStyle/>
          <a:p>
            <a:pPr marL="0" indent="0" algn="l">
              <a:lnSpc>
                <a:spcPct val="96000"/>
              </a:lnSpc>
              <a:buNone/>
            </a:pPr>
            <a:r>
              <a:rPr lang="en-US" sz="795" dirty="0">
                <a:solidFill>
                  <a:srgbClr val="34343D"/>
                </a:solidFill>
                <a:latin typeface="Ubuntu" pitchFamily="34" charset="0"/>
                <a:ea typeface="Ubuntu" pitchFamily="34" charset="-122"/>
                <a:cs typeface="Ubuntu" pitchFamily="34" charset="-120"/>
              </a:rPr>
              <a:t>Operations</a:t>
            </a:r>
            <a:endParaRPr lang="en-US" sz="795" dirty="0"/>
          </a:p>
        </p:txBody>
      </p:sp>
      <p:sp>
        <p:nvSpPr>
          <p:cNvPr id="131" name="Text 57">
            <a:extLst>
              <a:ext uri="{FF2B5EF4-FFF2-40B4-BE49-F238E27FC236}">
                <a16:creationId xmlns:a16="http://schemas.microsoft.com/office/drawing/2014/main" id="{3D4C0608-6398-5D81-5823-AFD30E217716}"/>
              </a:ext>
            </a:extLst>
          </p:cNvPr>
          <p:cNvSpPr txBox="1"/>
          <p:nvPr/>
        </p:nvSpPr>
        <p:spPr>
          <a:xfrm>
            <a:off x="2959913" y="2926030"/>
            <a:ext cx="774497" cy="145390"/>
          </a:xfrm>
          <a:prstGeom prst="rect">
            <a:avLst/>
          </a:prstGeom>
          <a:noFill/>
          <a:ln/>
        </p:spPr>
        <p:txBody>
          <a:bodyPr wrap="square" lIns="0" tIns="0" rIns="0" bIns="0" rtlCol="0" anchor="ctr">
            <a:normAutofit/>
          </a:bodyPr>
          <a:lstStyle/>
          <a:p>
            <a:pPr marL="0" indent="0" algn="l">
              <a:lnSpc>
                <a:spcPct val="96000"/>
              </a:lnSpc>
              <a:buNone/>
            </a:pPr>
            <a:r>
              <a:rPr lang="en-US" sz="795" dirty="0">
                <a:solidFill>
                  <a:srgbClr val="34343D"/>
                </a:solidFill>
                <a:latin typeface="Ubuntu" pitchFamily="34" charset="0"/>
                <a:ea typeface="Ubuntu" pitchFamily="34" charset="-122"/>
                <a:cs typeface="Ubuntu" pitchFamily="34" charset="-120"/>
              </a:rPr>
              <a:t>Fulfillment</a:t>
            </a:r>
            <a:endParaRPr lang="en-US" sz="795" dirty="0"/>
          </a:p>
        </p:txBody>
      </p:sp>
      <p:sp>
        <p:nvSpPr>
          <p:cNvPr id="133" name="Text 58">
            <a:extLst>
              <a:ext uri="{FF2B5EF4-FFF2-40B4-BE49-F238E27FC236}">
                <a16:creationId xmlns:a16="http://schemas.microsoft.com/office/drawing/2014/main" id="{F67E46E4-F209-DE09-9AE8-920571D915F7}"/>
              </a:ext>
            </a:extLst>
          </p:cNvPr>
          <p:cNvSpPr txBox="1"/>
          <p:nvPr/>
        </p:nvSpPr>
        <p:spPr>
          <a:xfrm>
            <a:off x="2959913" y="3182062"/>
            <a:ext cx="774497" cy="145390"/>
          </a:xfrm>
          <a:prstGeom prst="rect">
            <a:avLst/>
          </a:prstGeom>
          <a:noFill/>
          <a:ln/>
        </p:spPr>
        <p:txBody>
          <a:bodyPr wrap="square" lIns="0" tIns="0" rIns="0" bIns="0" rtlCol="0" anchor="ctr">
            <a:normAutofit/>
          </a:bodyPr>
          <a:lstStyle/>
          <a:p>
            <a:pPr marL="0" indent="0" algn="l">
              <a:lnSpc>
                <a:spcPct val="96000"/>
              </a:lnSpc>
              <a:buNone/>
            </a:pPr>
            <a:r>
              <a:rPr lang="en-US" sz="795" dirty="0">
                <a:solidFill>
                  <a:srgbClr val="34343D"/>
                </a:solidFill>
                <a:latin typeface="Ubuntu" pitchFamily="34" charset="0"/>
                <a:ea typeface="Ubuntu" pitchFamily="34" charset="-122"/>
                <a:cs typeface="Ubuntu" pitchFamily="34" charset="-120"/>
              </a:rPr>
              <a:t>Customer care</a:t>
            </a:r>
            <a:endParaRPr lang="en-US" sz="795" dirty="0"/>
          </a:p>
        </p:txBody>
      </p:sp>
      <p:sp>
        <p:nvSpPr>
          <p:cNvPr id="135" name="Text 59">
            <a:extLst>
              <a:ext uri="{FF2B5EF4-FFF2-40B4-BE49-F238E27FC236}">
                <a16:creationId xmlns:a16="http://schemas.microsoft.com/office/drawing/2014/main" id="{44F881F6-C5D4-6A60-2B30-A864B7AE7E19}"/>
              </a:ext>
            </a:extLst>
          </p:cNvPr>
          <p:cNvSpPr txBox="1"/>
          <p:nvPr/>
        </p:nvSpPr>
        <p:spPr>
          <a:xfrm>
            <a:off x="2959913" y="3438094"/>
            <a:ext cx="774497" cy="145390"/>
          </a:xfrm>
          <a:prstGeom prst="rect">
            <a:avLst/>
          </a:prstGeom>
          <a:noFill/>
          <a:ln/>
        </p:spPr>
        <p:txBody>
          <a:bodyPr wrap="square" lIns="0" tIns="0" rIns="0" bIns="0" rtlCol="0" anchor="ctr">
            <a:normAutofit/>
          </a:bodyPr>
          <a:lstStyle/>
          <a:p>
            <a:pPr marL="0" indent="0" algn="l">
              <a:lnSpc>
                <a:spcPct val="96000"/>
              </a:lnSpc>
              <a:buNone/>
            </a:pPr>
            <a:r>
              <a:rPr lang="en-US" sz="795" dirty="0">
                <a:solidFill>
                  <a:srgbClr val="34343D"/>
                </a:solidFill>
                <a:latin typeface="Ubuntu" pitchFamily="34" charset="0"/>
                <a:ea typeface="Ubuntu" pitchFamily="34" charset="-122"/>
                <a:cs typeface="Ubuntu" pitchFamily="34" charset="-120"/>
              </a:rPr>
              <a:t>Approvals</a:t>
            </a:r>
            <a:endParaRPr lang="en-US" sz="795" dirty="0"/>
          </a:p>
        </p:txBody>
      </p:sp>
      <p:sp>
        <p:nvSpPr>
          <p:cNvPr id="137" name="Shape 60">
            <a:extLst>
              <a:ext uri="{FF2B5EF4-FFF2-40B4-BE49-F238E27FC236}">
                <a16:creationId xmlns:a16="http://schemas.microsoft.com/office/drawing/2014/main" id="{B40D0C9E-9CFF-E080-FDA3-4B0099E8CD5D}"/>
              </a:ext>
            </a:extLst>
          </p:cNvPr>
          <p:cNvSpPr/>
          <p:nvPr/>
        </p:nvSpPr>
        <p:spPr>
          <a:xfrm>
            <a:off x="2959913" y="2848306"/>
            <a:ext cx="6492240" cy="0"/>
          </a:xfrm>
          <a:prstGeom prst="line">
            <a:avLst/>
          </a:prstGeom>
          <a:noFill/>
          <a:ln w="8255">
            <a:solidFill>
              <a:srgbClr val="DDDDE2"/>
            </a:solidFill>
            <a:prstDash val="solid"/>
            <a:headEnd type="none"/>
          </a:ln>
        </p:spPr>
        <p:txBody>
          <a:bodyPr/>
          <a:lstStyle/>
          <a:p>
            <a:endParaRPr lang="en-US"/>
          </a:p>
        </p:txBody>
      </p:sp>
      <p:sp>
        <p:nvSpPr>
          <p:cNvPr id="139" name="Shape 61">
            <a:extLst>
              <a:ext uri="{FF2B5EF4-FFF2-40B4-BE49-F238E27FC236}">
                <a16:creationId xmlns:a16="http://schemas.microsoft.com/office/drawing/2014/main" id="{4EEA1026-B280-4693-AEEE-86BC520C6275}"/>
              </a:ext>
            </a:extLst>
          </p:cNvPr>
          <p:cNvSpPr/>
          <p:nvPr/>
        </p:nvSpPr>
        <p:spPr>
          <a:xfrm>
            <a:off x="2959913" y="3105253"/>
            <a:ext cx="6492240" cy="0"/>
          </a:xfrm>
          <a:prstGeom prst="line">
            <a:avLst/>
          </a:prstGeom>
          <a:noFill/>
          <a:ln w="8255">
            <a:solidFill>
              <a:srgbClr val="DDDDE2"/>
            </a:solidFill>
            <a:prstDash val="solid"/>
            <a:headEnd type="none"/>
          </a:ln>
        </p:spPr>
        <p:txBody>
          <a:bodyPr/>
          <a:lstStyle/>
          <a:p>
            <a:endParaRPr lang="en-US"/>
          </a:p>
        </p:txBody>
      </p:sp>
      <p:sp>
        <p:nvSpPr>
          <p:cNvPr id="141" name="Shape 62">
            <a:extLst>
              <a:ext uri="{FF2B5EF4-FFF2-40B4-BE49-F238E27FC236}">
                <a16:creationId xmlns:a16="http://schemas.microsoft.com/office/drawing/2014/main" id="{E4574D3B-A89B-F2DB-07D1-374BBE1EB075}"/>
              </a:ext>
            </a:extLst>
          </p:cNvPr>
          <p:cNvSpPr/>
          <p:nvPr/>
        </p:nvSpPr>
        <p:spPr>
          <a:xfrm>
            <a:off x="2959913" y="3362199"/>
            <a:ext cx="6492240" cy="0"/>
          </a:xfrm>
          <a:prstGeom prst="line">
            <a:avLst/>
          </a:prstGeom>
          <a:noFill/>
          <a:ln w="8255">
            <a:solidFill>
              <a:srgbClr val="DDDDE2"/>
            </a:solidFill>
            <a:prstDash val="solid"/>
            <a:headEnd type="none"/>
          </a:ln>
        </p:spPr>
        <p:txBody>
          <a:bodyPr/>
          <a:lstStyle/>
          <a:p>
            <a:endParaRPr lang="en-US"/>
          </a:p>
        </p:txBody>
      </p:sp>
      <p:sp>
        <p:nvSpPr>
          <p:cNvPr id="143" name="Shape 63">
            <a:extLst>
              <a:ext uri="{FF2B5EF4-FFF2-40B4-BE49-F238E27FC236}">
                <a16:creationId xmlns:a16="http://schemas.microsoft.com/office/drawing/2014/main" id="{68F3D54E-9A22-06D0-C718-474C14BEDF23}"/>
              </a:ext>
            </a:extLst>
          </p:cNvPr>
          <p:cNvSpPr/>
          <p:nvPr/>
        </p:nvSpPr>
        <p:spPr>
          <a:xfrm>
            <a:off x="2959913" y="3617317"/>
            <a:ext cx="6492240" cy="0"/>
          </a:xfrm>
          <a:prstGeom prst="line">
            <a:avLst/>
          </a:prstGeom>
          <a:noFill/>
          <a:ln w="8255">
            <a:solidFill>
              <a:srgbClr val="DDDDE2"/>
            </a:solidFill>
            <a:prstDash val="solid"/>
            <a:headEnd type="none"/>
          </a:ln>
        </p:spPr>
        <p:txBody>
          <a:bodyPr/>
          <a:lstStyle/>
          <a:p>
            <a:endParaRPr lang="en-US"/>
          </a:p>
        </p:txBody>
      </p:sp>
      <p:sp>
        <p:nvSpPr>
          <p:cNvPr id="145" name="Shape 64">
            <a:extLst>
              <a:ext uri="{FF2B5EF4-FFF2-40B4-BE49-F238E27FC236}">
                <a16:creationId xmlns:a16="http://schemas.microsoft.com/office/drawing/2014/main" id="{8B6920CC-857D-6062-6606-8E219B59854A}"/>
              </a:ext>
            </a:extLst>
          </p:cNvPr>
          <p:cNvSpPr/>
          <p:nvPr/>
        </p:nvSpPr>
        <p:spPr>
          <a:xfrm>
            <a:off x="4509821" y="2851049"/>
            <a:ext cx="81839" cy="0"/>
          </a:xfrm>
          <a:prstGeom prst="line">
            <a:avLst/>
          </a:prstGeom>
          <a:noFill/>
          <a:ln w="14986">
            <a:solidFill>
              <a:srgbClr val="9A9AA6"/>
            </a:solidFill>
            <a:prstDash val="solid"/>
            <a:headEnd type="none"/>
          </a:ln>
        </p:spPr>
        <p:txBody>
          <a:bodyPr/>
          <a:lstStyle/>
          <a:p>
            <a:endParaRPr lang="en-US"/>
          </a:p>
        </p:txBody>
      </p:sp>
      <p:sp>
        <p:nvSpPr>
          <p:cNvPr id="147" name="Shape 65">
            <a:extLst>
              <a:ext uri="{FF2B5EF4-FFF2-40B4-BE49-F238E27FC236}">
                <a16:creationId xmlns:a16="http://schemas.microsoft.com/office/drawing/2014/main" id="{37D4C420-55A3-8224-5383-A6E4355EF6F0}"/>
              </a:ext>
            </a:extLst>
          </p:cNvPr>
          <p:cNvSpPr/>
          <p:nvPr/>
        </p:nvSpPr>
        <p:spPr>
          <a:xfrm>
            <a:off x="4591660" y="2851049"/>
            <a:ext cx="0" cy="230429"/>
          </a:xfrm>
          <a:prstGeom prst="line">
            <a:avLst/>
          </a:prstGeom>
          <a:noFill/>
          <a:ln w="14986">
            <a:solidFill>
              <a:srgbClr val="9A9AA6"/>
            </a:solidFill>
            <a:prstDash val="solid"/>
            <a:headEnd type="none"/>
          </a:ln>
        </p:spPr>
        <p:txBody>
          <a:bodyPr/>
          <a:lstStyle/>
          <a:p>
            <a:endParaRPr lang="en-US"/>
          </a:p>
        </p:txBody>
      </p:sp>
      <p:sp>
        <p:nvSpPr>
          <p:cNvPr id="149" name="Shape 66">
            <a:extLst>
              <a:ext uri="{FF2B5EF4-FFF2-40B4-BE49-F238E27FC236}">
                <a16:creationId xmlns:a16="http://schemas.microsoft.com/office/drawing/2014/main" id="{2C5BC866-E6D4-BD60-2E25-CE7E9F0D45E6}"/>
              </a:ext>
            </a:extLst>
          </p:cNvPr>
          <p:cNvSpPr/>
          <p:nvPr/>
        </p:nvSpPr>
        <p:spPr>
          <a:xfrm>
            <a:off x="4591660" y="3081478"/>
            <a:ext cx="81839" cy="0"/>
          </a:xfrm>
          <a:prstGeom prst="line">
            <a:avLst/>
          </a:prstGeom>
          <a:noFill/>
          <a:ln w="14986">
            <a:solidFill>
              <a:srgbClr val="9A9AA6"/>
            </a:solidFill>
            <a:prstDash val="solid"/>
            <a:headEnd type="none"/>
            <a:tailEnd type="triangle"/>
          </a:ln>
        </p:spPr>
        <p:txBody>
          <a:bodyPr/>
          <a:lstStyle/>
          <a:p>
            <a:endParaRPr lang="en-US"/>
          </a:p>
        </p:txBody>
      </p:sp>
      <p:sp>
        <p:nvSpPr>
          <p:cNvPr id="151" name="Shape 67">
            <a:extLst>
              <a:ext uri="{FF2B5EF4-FFF2-40B4-BE49-F238E27FC236}">
                <a16:creationId xmlns:a16="http://schemas.microsoft.com/office/drawing/2014/main" id="{AE352545-7326-3381-404E-524D5EABE56D}"/>
              </a:ext>
            </a:extLst>
          </p:cNvPr>
          <p:cNvSpPr/>
          <p:nvPr/>
        </p:nvSpPr>
        <p:spPr>
          <a:xfrm>
            <a:off x="5458968" y="3081478"/>
            <a:ext cx="87782" cy="0"/>
          </a:xfrm>
          <a:prstGeom prst="line">
            <a:avLst/>
          </a:prstGeom>
          <a:noFill/>
          <a:ln w="14986">
            <a:solidFill>
              <a:srgbClr val="9A9AA6"/>
            </a:solidFill>
            <a:prstDash val="solid"/>
            <a:headEnd type="none"/>
          </a:ln>
        </p:spPr>
        <p:txBody>
          <a:bodyPr/>
          <a:lstStyle/>
          <a:p>
            <a:endParaRPr lang="en-US"/>
          </a:p>
        </p:txBody>
      </p:sp>
      <p:sp>
        <p:nvSpPr>
          <p:cNvPr id="153" name="Shape 68">
            <a:extLst>
              <a:ext uri="{FF2B5EF4-FFF2-40B4-BE49-F238E27FC236}">
                <a16:creationId xmlns:a16="http://schemas.microsoft.com/office/drawing/2014/main" id="{5C196272-C057-59E4-DEDB-E62C6265A845}"/>
              </a:ext>
            </a:extLst>
          </p:cNvPr>
          <p:cNvSpPr/>
          <p:nvPr/>
        </p:nvSpPr>
        <p:spPr>
          <a:xfrm>
            <a:off x="5546750" y="3081478"/>
            <a:ext cx="0" cy="0"/>
          </a:xfrm>
          <a:prstGeom prst="line">
            <a:avLst/>
          </a:prstGeom>
          <a:noFill/>
          <a:ln w="14986">
            <a:solidFill>
              <a:srgbClr val="9A9AA6"/>
            </a:solidFill>
            <a:prstDash val="solid"/>
            <a:headEnd type="none"/>
          </a:ln>
        </p:spPr>
        <p:txBody>
          <a:bodyPr/>
          <a:lstStyle/>
          <a:p>
            <a:endParaRPr lang="en-US"/>
          </a:p>
        </p:txBody>
      </p:sp>
      <p:sp>
        <p:nvSpPr>
          <p:cNvPr id="155" name="Shape 69">
            <a:extLst>
              <a:ext uri="{FF2B5EF4-FFF2-40B4-BE49-F238E27FC236}">
                <a16:creationId xmlns:a16="http://schemas.microsoft.com/office/drawing/2014/main" id="{3BA76985-CCE2-AAC7-22BB-42688EC53E1C}"/>
              </a:ext>
            </a:extLst>
          </p:cNvPr>
          <p:cNvSpPr/>
          <p:nvPr/>
        </p:nvSpPr>
        <p:spPr>
          <a:xfrm>
            <a:off x="5546750" y="3081478"/>
            <a:ext cx="87782" cy="0"/>
          </a:xfrm>
          <a:prstGeom prst="line">
            <a:avLst/>
          </a:prstGeom>
          <a:noFill/>
          <a:ln w="14986">
            <a:solidFill>
              <a:srgbClr val="9A9AA6"/>
            </a:solidFill>
            <a:prstDash val="solid"/>
            <a:headEnd type="none"/>
            <a:tailEnd type="triangle"/>
          </a:ln>
        </p:spPr>
        <p:txBody>
          <a:bodyPr/>
          <a:lstStyle/>
          <a:p>
            <a:endParaRPr lang="en-US"/>
          </a:p>
        </p:txBody>
      </p:sp>
      <p:sp>
        <p:nvSpPr>
          <p:cNvPr id="157" name="Shape 70">
            <a:extLst>
              <a:ext uri="{FF2B5EF4-FFF2-40B4-BE49-F238E27FC236}">
                <a16:creationId xmlns:a16="http://schemas.microsoft.com/office/drawing/2014/main" id="{98A0255C-947E-C824-2667-9E9E6F6647E0}"/>
              </a:ext>
            </a:extLst>
          </p:cNvPr>
          <p:cNvSpPr/>
          <p:nvPr/>
        </p:nvSpPr>
        <p:spPr>
          <a:xfrm>
            <a:off x="6475781" y="3081478"/>
            <a:ext cx="90526" cy="0"/>
          </a:xfrm>
          <a:prstGeom prst="line">
            <a:avLst/>
          </a:prstGeom>
          <a:noFill/>
          <a:ln w="14986">
            <a:solidFill>
              <a:srgbClr val="9A9AA6"/>
            </a:solidFill>
            <a:prstDash val="solid"/>
            <a:headEnd type="none"/>
          </a:ln>
        </p:spPr>
        <p:txBody>
          <a:bodyPr/>
          <a:lstStyle/>
          <a:p>
            <a:endParaRPr lang="en-US"/>
          </a:p>
        </p:txBody>
      </p:sp>
      <p:sp>
        <p:nvSpPr>
          <p:cNvPr id="159" name="Shape 71">
            <a:extLst>
              <a:ext uri="{FF2B5EF4-FFF2-40B4-BE49-F238E27FC236}">
                <a16:creationId xmlns:a16="http://schemas.microsoft.com/office/drawing/2014/main" id="{AB06EFAA-258E-024F-1CD4-1F824570678A}"/>
              </a:ext>
            </a:extLst>
          </p:cNvPr>
          <p:cNvSpPr/>
          <p:nvPr/>
        </p:nvSpPr>
        <p:spPr>
          <a:xfrm>
            <a:off x="6566306" y="3081478"/>
            <a:ext cx="0" cy="0"/>
          </a:xfrm>
          <a:prstGeom prst="line">
            <a:avLst/>
          </a:prstGeom>
          <a:noFill/>
          <a:ln w="14986">
            <a:solidFill>
              <a:srgbClr val="9A9AA6"/>
            </a:solidFill>
            <a:prstDash val="solid"/>
            <a:headEnd type="none"/>
          </a:ln>
        </p:spPr>
        <p:txBody>
          <a:bodyPr/>
          <a:lstStyle/>
          <a:p>
            <a:endParaRPr lang="en-US"/>
          </a:p>
        </p:txBody>
      </p:sp>
      <p:sp>
        <p:nvSpPr>
          <p:cNvPr id="161" name="Shape 72">
            <a:extLst>
              <a:ext uri="{FF2B5EF4-FFF2-40B4-BE49-F238E27FC236}">
                <a16:creationId xmlns:a16="http://schemas.microsoft.com/office/drawing/2014/main" id="{9601892C-6BC1-C71D-6A29-945B7FB8DF54}"/>
              </a:ext>
            </a:extLst>
          </p:cNvPr>
          <p:cNvSpPr/>
          <p:nvPr/>
        </p:nvSpPr>
        <p:spPr>
          <a:xfrm>
            <a:off x="6566306" y="3081478"/>
            <a:ext cx="90526" cy="0"/>
          </a:xfrm>
          <a:prstGeom prst="line">
            <a:avLst/>
          </a:prstGeom>
          <a:noFill/>
          <a:ln w="14986">
            <a:solidFill>
              <a:srgbClr val="9A9AA6"/>
            </a:solidFill>
            <a:prstDash val="solid"/>
            <a:headEnd type="none"/>
            <a:tailEnd type="triangle"/>
          </a:ln>
        </p:spPr>
        <p:txBody>
          <a:bodyPr/>
          <a:lstStyle/>
          <a:p>
            <a:endParaRPr lang="en-US"/>
          </a:p>
        </p:txBody>
      </p:sp>
      <p:sp>
        <p:nvSpPr>
          <p:cNvPr id="163" name="Shape 73">
            <a:extLst>
              <a:ext uri="{FF2B5EF4-FFF2-40B4-BE49-F238E27FC236}">
                <a16:creationId xmlns:a16="http://schemas.microsoft.com/office/drawing/2014/main" id="{D1269FEA-D84C-8B8C-8CB3-DEF48DE1CC69}"/>
              </a:ext>
            </a:extLst>
          </p:cNvPr>
          <p:cNvSpPr/>
          <p:nvPr/>
        </p:nvSpPr>
        <p:spPr>
          <a:xfrm>
            <a:off x="7381951" y="3081478"/>
            <a:ext cx="93726" cy="0"/>
          </a:xfrm>
          <a:prstGeom prst="line">
            <a:avLst/>
          </a:prstGeom>
          <a:noFill/>
          <a:ln w="14986">
            <a:solidFill>
              <a:srgbClr val="9A9AA6"/>
            </a:solidFill>
            <a:prstDash val="solid"/>
            <a:headEnd type="none"/>
          </a:ln>
        </p:spPr>
        <p:txBody>
          <a:bodyPr/>
          <a:lstStyle/>
          <a:p>
            <a:endParaRPr lang="en-US"/>
          </a:p>
        </p:txBody>
      </p:sp>
      <p:sp>
        <p:nvSpPr>
          <p:cNvPr id="165" name="Shape 74">
            <a:extLst>
              <a:ext uri="{FF2B5EF4-FFF2-40B4-BE49-F238E27FC236}">
                <a16:creationId xmlns:a16="http://schemas.microsoft.com/office/drawing/2014/main" id="{1C17D4A3-1B70-D5AC-982C-BD6208B8E778}"/>
              </a:ext>
            </a:extLst>
          </p:cNvPr>
          <p:cNvSpPr/>
          <p:nvPr/>
        </p:nvSpPr>
        <p:spPr>
          <a:xfrm>
            <a:off x="7475677" y="3081478"/>
            <a:ext cx="0" cy="229514"/>
          </a:xfrm>
          <a:prstGeom prst="line">
            <a:avLst/>
          </a:prstGeom>
          <a:noFill/>
          <a:ln w="14986">
            <a:solidFill>
              <a:srgbClr val="9A9AA6"/>
            </a:solidFill>
            <a:prstDash val="solid"/>
            <a:headEnd type="none"/>
          </a:ln>
        </p:spPr>
        <p:txBody>
          <a:bodyPr/>
          <a:lstStyle/>
          <a:p>
            <a:endParaRPr lang="en-US"/>
          </a:p>
        </p:txBody>
      </p:sp>
      <p:sp>
        <p:nvSpPr>
          <p:cNvPr id="167" name="Shape 75">
            <a:extLst>
              <a:ext uri="{FF2B5EF4-FFF2-40B4-BE49-F238E27FC236}">
                <a16:creationId xmlns:a16="http://schemas.microsoft.com/office/drawing/2014/main" id="{CA404405-C5C9-01D0-AC90-1C996C93F168}"/>
              </a:ext>
            </a:extLst>
          </p:cNvPr>
          <p:cNvSpPr/>
          <p:nvPr/>
        </p:nvSpPr>
        <p:spPr>
          <a:xfrm>
            <a:off x="7475677" y="3310993"/>
            <a:ext cx="93726" cy="0"/>
          </a:xfrm>
          <a:prstGeom prst="line">
            <a:avLst/>
          </a:prstGeom>
          <a:noFill/>
          <a:ln w="14986">
            <a:solidFill>
              <a:srgbClr val="9A9AA6"/>
            </a:solidFill>
            <a:prstDash val="solid"/>
            <a:headEnd type="none"/>
            <a:tailEnd type="triangle"/>
          </a:ln>
        </p:spPr>
        <p:txBody>
          <a:bodyPr/>
          <a:lstStyle/>
          <a:p>
            <a:endParaRPr lang="en-US"/>
          </a:p>
        </p:txBody>
      </p:sp>
      <p:sp>
        <p:nvSpPr>
          <p:cNvPr id="169" name="Shape 76">
            <a:extLst>
              <a:ext uri="{FF2B5EF4-FFF2-40B4-BE49-F238E27FC236}">
                <a16:creationId xmlns:a16="http://schemas.microsoft.com/office/drawing/2014/main" id="{B7A8EB55-680E-7DB3-4154-37FF06CF2B3E}"/>
              </a:ext>
            </a:extLst>
          </p:cNvPr>
          <p:cNvSpPr/>
          <p:nvPr/>
        </p:nvSpPr>
        <p:spPr>
          <a:xfrm>
            <a:off x="8410651" y="3310993"/>
            <a:ext cx="87782" cy="0"/>
          </a:xfrm>
          <a:prstGeom prst="line">
            <a:avLst/>
          </a:prstGeom>
          <a:noFill/>
          <a:ln w="14986">
            <a:solidFill>
              <a:srgbClr val="9A9AA6"/>
            </a:solidFill>
            <a:prstDash val="solid"/>
            <a:headEnd type="none"/>
          </a:ln>
        </p:spPr>
        <p:txBody>
          <a:bodyPr/>
          <a:lstStyle/>
          <a:p>
            <a:endParaRPr lang="en-US"/>
          </a:p>
        </p:txBody>
      </p:sp>
      <p:sp>
        <p:nvSpPr>
          <p:cNvPr id="171" name="Shape 77">
            <a:extLst>
              <a:ext uri="{FF2B5EF4-FFF2-40B4-BE49-F238E27FC236}">
                <a16:creationId xmlns:a16="http://schemas.microsoft.com/office/drawing/2014/main" id="{D866742B-31DB-656B-AC94-1DB949791BE2}"/>
              </a:ext>
            </a:extLst>
          </p:cNvPr>
          <p:cNvSpPr/>
          <p:nvPr/>
        </p:nvSpPr>
        <p:spPr>
          <a:xfrm>
            <a:off x="8498434" y="3310993"/>
            <a:ext cx="0" cy="0"/>
          </a:xfrm>
          <a:prstGeom prst="line">
            <a:avLst/>
          </a:prstGeom>
          <a:noFill/>
          <a:ln w="14986">
            <a:solidFill>
              <a:srgbClr val="9A9AA6"/>
            </a:solidFill>
            <a:prstDash val="solid"/>
            <a:headEnd type="none"/>
          </a:ln>
        </p:spPr>
        <p:txBody>
          <a:bodyPr/>
          <a:lstStyle/>
          <a:p>
            <a:endParaRPr lang="en-US"/>
          </a:p>
        </p:txBody>
      </p:sp>
      <p:sp>
        <p:nvSpPr>
          <p:cNvPr id="173" name="Shape 78">
            <a:extLst>
              <a:ext uri="{FF2B5EF4-FFF2-40B4-BE49-F238E27FC236}">
                <a16:creationId xmlns:a16="http://schemas.microsoft.com/office/drawing/2014/main" id="{F3C9AC87-5F31-7D30-6CA9-988CCB267127}"/>
              </a:ext>
            </a:extLst>
          </p:cNvPr>
          <p:cNvSpPr/>
          <p:nvPr/>
        </p:nvSpPr>
        <p:spPr>
          <a:xfrm>
            <a:off x="8498434" y="3310993"/>
            <a:ext cx="87782" cy="0"/>
          </a:xfrm>
          <a:prstGeom prst="line">
            <a:avLst/>
          </a:prstGeom>
          <a:noFill/>
          <a:ln w="14986">
            <a:solidFill>
              <a:srgbClr val="9A9AA6"/>
            </a:solidFill>
            <a:prstDash val="solid"/>
            <a:headEnd type="none"/>
            <a:tailEnd type="triangle"/>
          </a:ln>
        </p:spPr>
        <p:txBody>
          <a:bodyPr/>
          <a:lstStyle/>
          <a:p>
            <a:endParaRPr lang="en-US"/>
          </a:p>
        </p:txBody>
      </p:sp>
      <p:sp>
        <p:nvSpPr>
          <p:cNvPr id="175" name="Shape 79">
            <a:extLst>
              <a:ext uri="{FF2B5EF4-FFF2-40B4-BE49-F238E27FC236}">
                <a16:creationId xmlns:a16="http://schemas.microsoft.com/office/drawing/2014/main" id="{C776A5EE-89F0-2CC0-3AD4-1EA9C8646F45}"/>
              </a:ext>
            </a:extLst>
          </p:cNvPr>
          <p:cNvSpPr/>
          <p:nvPr/>
        </p:nvSpPr>
        <p:spPr>
          <a:xfrm>
            <a:off x="3807562" y="2649881"/>
            <a:ext cx="702259" cy="402336"/>
          </a:xfrm>
          <a:prstGeom prst="roundRect">
            <a:avLst>
              <a:gd name="adj" fmla="val 12500"/>
            </a:avLst>
          </a:prstGeom>
          <a:solidFill>
            <a:srgbClr val="FFFFFF"/>
          </a:solidFill>
          <a:ln w="12700">
            <a:solidFill>
              <a:srgbClr val="9A9AA6"/>
            </a:solidFill>
            <a:prstDash val="solid"/>
          </a:ln>
        </p:spPr>
        <p:txBody>
          <a:bodyPr/>
          <a:lstStyle/>
          <a:p>
            <a:endParaRPr lang="en-US"/>
          </a:p>
        </p:txBody>
      </p:sp>
      <p:sp>
        <p:nvSpPr>
          <p:cNvPr id="177" name="Text 80">
            <a:extLst>
              <a:ext uri="{FF2B5EF4-FFF2-40B4-BE49-F238E27FC236}">
                <a16:creationId xmlns:a16="http://schemas.microsoft.com/office/drawing/2014/main" id="{1738F9EA-1B4F-5408-F4CB-1854AB8AA577}"/>
              </a:ext>
            </a:extLst>
          </p:cNvPr>
          <p:cNvSpPr txBox="1"/>
          <p:nvPr/>
        </p:nvSpPr>
        <p:spPr>
          <a:xfrm>
            <a:off x="3838651" y="2668169"/>
            <a:ext cx="640080" cy="365760"/>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Review</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order</a:t>
            </a:r>
            <a:endParaRPr lang="en-US" sz="855" dirty="0"/>
          </a:p>
        </p:txBody>
      </p:sp>
      <p:sp>
        <p:nvSpPr>
          <p:cNvPr id="179" name="Shape 81">
            <a:extLst>
              <a:ext uri="{FF2B5EF4-FFF2-40B4-BE49-F238E27FC236}">
                <a16:creationId xmlns:a16="http://schemas.microsoft.com/office/drawing/2014/main" id="{44B53AE4-5AAE-3265-511D-9F2BC88D812C}"/>
              </a:ext>
            </a:extLst>
          </p:cNvPr>
          <p:cNvSpPr/>
          <p:nvPr/>
        </p:nvSpPr>
        <p:spPr>
          <a:xfrm>
            <a:off x="4673498" y="2880310"/>
            <a:ext cx="785470" cy="402336"/>
          </a:xfrm>
          <a:prstGeom prst="roundRect">
            <a:avLst>
              <a:gd name="adj" fmla="val 12500"/>
            </a:avLst>
          </a:prstGeom>
          <a:solidFill>
            <a:srgbClr val="FFFFFF"/>
          </a:solidFill>
          <a:ln w="12700">
            <a:solidFill>
              <a:srgbClr val="9A9AA6"/>
            </a:solidFill>
            <a:prstDash val="solid"/>
          </a:ln>
        </p:spPr>
        <p:txBody>
          <a:bodyPr/>
          <a:lstStyle/>
          <a:p>
            <a:endParaRPr lang="en-US"/>
          </a:p>
        </p:txBody>
      </p:sp>
      <p:sp>
        <p:nvSpPr>
          <p:cNvPr id="181" name="Text 82">
            <a:extLst>
              <a:ext uri="{FF2B5EF4-FFF2-40B4-BE49-F238E27FC236}">
                <a16:creationId xmlns:a16="http://schemas.microsoft.com/office/drawing/2014/main" id="{842F16FD-94E8-B27F-7200-EA1BBAB65A45}"/>
              </a:ext>
            </a:extLst>
          </p:cNvPr>
          <p:cNvSpPr txBox="1"/>
          <p:nvPr/>
        </p:nvSpPr>
        <p:spPr>
          <a:xfrm>
            <a:off x="4704588" y="2898598"/>
            <a:ext cx="723290" cy="365760"/>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Check</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availability</a:t>
            </a:r>
            <a:endParaRPr lang="en-US" sz="855" dirty="0"/>
          </a:p>
        </p:txBody>
      </p:sp>
      <p:sp>
        <p:nvSpPr>
          <p:cNvPr id="183" name="Shape 83">
            <a:extLst>
              <a:ext uri="{FF2B5EF4-FFF2-40B4-BE49-F238E27FC236}">
                <a16:creationId xmlns:a16="http://schemas.microsoft.com/office/drawing/2014/main" id="{10249FFA-9E1E-2B20-B34C-A7009F6C30D3}"/>
              </a:ext>
            </a:extLst>
          </p:cNvPr>
          <p:cNvSpPr/>
          <p:nvPr/>
        </p:nvSpPr>
        <p:spPr>
          <a:xfrm>
            <a:off x="5634533" y="2880310"/>
            <a:ext cx="841248" cy="402336"/>
          </a:xfrm>
          <a:prstGeom prst="roundRect">
            <a:avLst>
              <a:gd name="adj" fmla="val 12500"/>
            </a:avLst>
          </a:prstGeom>
          <a:solidFill>
            <a:srgbClr val="FFFFFF"/>
          </a:solidFill>
          <a:ln w="12700">
            <a:solidFill>
              <a:srgbClr val="9A9AA6"/>
            </a:solidFill>
            <a:prstDash val="solid"/>
          </a:ln>
        </p:spPr>
        <p:txBody>
          <a:bodyPr/>
          <a:lstStyle/>
          <a:p>
            <a:endParaRPr lang="en-US"/>
          </a:p>
        </p:txBody>
      </p:sp>
      <p:sp>
        <p:nvSpPr>
          <p:cNvPr id="185" name="Text 84">
            <a:extLst>
              <a:ext uri="{FF2B5EF4-FFF2-40B4-BE49-F238E27FC236}">
                <a16:creationId xmlns:a16="http://schemas.microsoft.com/office/drawing/2014/main" id="{83D3D5A4-E64A-FAE8-79D4-5EA67E222FA0}"/>
              </a:ext>
            </a:extLst>
          </p:cNvPr>
          <p:cNvSpPr txBox="1"/>
          <p:nvPr/>
        </p:nvSpPr>
        <p:spPr>
          <a:xfrm>
            <a:off x="5665622" y="2898598"/>
            <a:ext cx="779069" cy="365760"/>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Coordinate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delivery</a:t>
            </a:r>
            <a:endParaRPr lang="en-US" sz="855" dirty="0"/>
          </a:p>
        </p:txBody>
      </p:sp>
      <p:sp>
        <p:nvSpPr>
          <p:cNvPr id="187" name="Shape 85">
            <a:extLst>
              <a:ext uri="{FF2B5EF4-FFF2-40B4-BE49-F238E27FC236}">
                <a16:creationId xmlns:a16="http://schemas.microsoft.com/office/drawing/2014/main" id="{7E2FA11D-EE05-B308-C86C-F8D11CEDCF0F}"/>
              </a:ext>
            </a:extLst>
          </p:cNvPr>
          <p:cNvSpPr/>
          <p:nvPr/>
        </p:nvSpPr>
        <p:spPr>
          <a:xfrm>
            <a:off x="6656832" y="2880310"/>
            <a:ext cx="725119" cy="402336"/>
          </a:xfrm>
          <a:prstGeom prst="roundRect">
            <a:avLst>
              <a:gd name="adj" fmla="val 12500"/>
            </a:avLst>
          </a:prstGeom>
          <a:solidFill>
            <a:srgbClr val="FFFFFF"/>
          </a:solidFill>
          <a:ln w="12700">
            <a:solidFill>
              <a:srgbClr val="9A9AA6"/>
            </a:solidFill>
            <a:prstDash val="solid"/>
          </a:ln>
        </p:spPr>
        <p:txBody>
          <a:bodyPr/>
          <a:lstStyle/>
          <a:p>
            <a:endParaRPr lang="en-US"/>
          </a:p>
        </p:txBody>
      </p:sp>
      <p:sp>
        <p:nvSpPr>
          <p:cNvPr id="189" name="Text 86">
            <a:extLst>
              <a:ext uri="{FF2B5EF4-FFF2-40B4-BE49-F238E27FC236}">
                <a16:creationId xmlns:a16="http://schemas.microsoft.com/office/drawing/2014/main" id="{0362DAB1-337F-270E-166E-4AEB7EEC0E2F}"/>
              </a:ext>
            </a:extLst>
          </p:cNvPr>
          <p:cNvSpPr txBox="1"/>
          <p:nvPr/>
        </p:nvSpPr>
        <p:spPr>
          <a:xfrm>
            <a:off x="6687922" y="2898598"/>
            <a:ext cx="662940" cy="365760"/>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Chase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status</a:t>
            </a:r>
            <a:endParaRPr lang="en-US" sz="855" dirty="0"/>
          </a:p>
        </p:txBody>
      </p:sp>
      <p:sp>
        <p:nvSpPr>
          <p:cNvPr id="191" name="Shape 87">
            <a:extLst>
              <a:ext uri="{FF2B5EF4-FFF2-40B4-BE49-F238E27FC236}">
                <a16:creationId xmlns:a16="http://schemas.microsoft.com/office/drawing/2014/main" id="{2ED85E43-2B97-DF60-9CF7-72E451DE543F}"/>
              </a:ext>
            </a:extLst>
          </p:cNvPr>
          <p:cNvSpPr/>
          <p:nvPr/>
        </p:nvSpPr>
        <p:spPr>
          <a:xfrm>
            <a:off x="7569403" y="3109825"/>
            <a:ext cx="841248" cy="402336"/>
          </a:xfrm>
          <a:prstGeom prst="roundRect">
            <a:avLst>
              <a:gd name="adj" fmla="val 12500"/>
            </a:avLst>
          </a:prstGeom>
          <a:solidFill>
            <a:srgbClr val="FFFFFF"/>
          </a:solidFill>
          <a:ln w="12700">
            <a:solidFill>
              <a:srgbClr val="9A9AA6"/>
            </a:solidFill>
            <a:prstDash val="solid"/>
          </a:ln>
        </p:spPr>
        <p:txBody>
          <a:bodyPr/>
          <a:lstStyle/>
          <a:p>
            <a:endParaRPr lang="en-US"/>
          </a:p>
        </p:txBody>
      </p:sp>
      <p:sp>
        <p:nvSpPr>
          <p:cNvPr id="193" name="Text 88">
            <a:extLst>
              <a:ext uri="{FF2B5EF4-FFF2-40B4-BE49-F238E27FC236}">
                <a16:creationId xmlns:a16="http://schemas.microsoft.com/office/drawing/2014/main" id="{42A2DA63-77BB-404A-E3B2-ADBFA67C3AA2}"/>
              </a:ext>
            </a:extLst>
          </p:cNvPr>
          <p:cNvSpPr txBox="1"/>
          <p:nvPr/>
        </p:nvSpPr>
        <p:spPr>
          <a:xfrm>
            <a:off x="7600493" y="3128113"/>
            <a:ext cx="779069" cy="365760"/>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Rebuild case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context</a:t>
            </a:r>
            <a:endParaRPr lang="en-US" sz="855" dirty="0"/>
          </a:p>
        </p:txBody>
      </p:sp>
      <p:sp>
        <p:nvSpPr>
          <p:cNvPr id="195" name="Shape 89">
            <a:extLst>
              <a:ext uri="{FF2B5EF4-FFF2-40B4-BE49-F238E27FC236}">
                <a16:creationId xmlns:a16="http://schemas.microsoft.com/office/drawing/2014/main" id="{4DC112AF-D516-CBA7-DCC3-C2DBDAF9F4D3}"/>
              </a:ext>
            </a:extLst>
          </p:cNvPr>
          <p:cNvSpPr/>
          <p:nvPr/>
        </p:nvSpPr>
        <p:spPr>
          <a:xfrm>
            <a:off x="8586216" y="3109825"/>
            <a:ext cx="876910" cy="402336"/>
          </a:xfrm>
          <a:prstGeom prst="roundRect">
            <a:avLst>
              <a:gd name="adj" fmla="val 12500"/>
            </a:avLst>
          </a:prstGeom>
          <a:solidFill>
            <a:srgbClr val="FFFFFF"/>
          </a:solidFill>
          <a:ln w="12700">
            <a:solidFill>
              <a:srgbClr val="9A9AA6"/>
            </a:solidFill>
            <a:prstDash val="solid"/>
          </a:ln>
        </p:spPr>
        <p:txBody>
          <a:bodyPr/>
          <a:lstStyle/>
          <a:p>
            <a:endParaRPr lang="en-US"/>
          </a:p>
        </p:txBody>
      </p:sp>
      <p:sp>
        <p:nvSpPr>
          <p:cNvPr id="197" name="Text 90">
            <a:extLst>
              <a:ext uri="{FF2B5EF4-FFF2-40B4-BE49-F238E27FC236}">
                <a16:creationId xmlns:a16="http://schemas.microsoft.com/office/drawing/2014/main" id="{29DB8C00-64F1-885B-9F5A-6053749598FE}"/>
              </a:ext>
            </a:extLst>
          </p:cNvPr>
          <p:cNvSpPr txBox="1"/>
          <p:nvPr/>
        </p:nvSpPr>
        <p:spPr>
          <a:xfrm>
            <a:off x="8617306" y="3128113"/>
            <a:ext cx="814730" cy="365760"/>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Resolve and</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approve</a:t>
            </a:r>
            <a:endParaRPr lang="en-US" sz="855" dirty="0"/>
          </a:p>
        </p:txBody>
      </p:sp>
      <p:sp>
        <p:nvSpPr>
          <p:cNvPr id="199" name="Shape 91">
            <a:extLst>
              <a:ext uri="{FF2B5EF4-FFF2-40B4-BE49-F238E27FC236}">
                <a16:creationId xmlns:a16="http://schemas.microsoft.com/office/drawing/2014/main" id="{ED7388CC-F164-F7CB-2C48-0877351433B6}"/>
              </a:ext>
            </a:extLst>
          </p:cNvPr>
          <p:cNvSpPr/>
          <p:nvPr/>
        </p:nvSpPr>
        <p:spPr>
          <a:xfrm>
            <a:off x="3884371" y="3796539"/>
            <a:ext cx="60350" cy="60350"/>
          </a:xfrm>
          <a:prstGeom prst="ellipse">
            <a:avLst/>
          </a:prstGeom>
          <a:solidFill>
            <a:srgbClr val="F53B53"/>
          </a:solidFill>
          <a:ln w="12700">
            <a:solidFill>
              <a:srgbClr val="F53B53">
                <a:alpha val="0"/>
              </a:srgbClr>
            </a:solidFill>
            <a:prstDash val="solid"/>
          </a:ln>
        </p:spPr>
        <p:txBody>
          <a:bodyPr/>
          <a:lstStyle/>
          <a:p>
            <a:endParaRPr lang="en-US"/>
          </a:p>
        </p:txBody>
      </p:sp>
      <p:sp>
        <p:nvSpPr>
          <p:cNvPr id="201" name="Text 92">
            <a:extLst>
              <a:ext uri="{FF2B5EF4-FFF2-40B4-BE49-F238E27FC236}">
                <a16:creationId xmlns:a16="http://schemas.microsoft.com/office/drawing/2014/main" id="{045D98C0-8D00-2BD2-04DE-4E8668193B22}"/>
              </a:ext>
            </a:extLst>
          </p:cNvPr>
          <p:cNvSpPr txBox="1"/>
          <p:nvPr/>
        </p:nvSpPr>
        <p:spPr>
          <a:xfrm>
            <a:off x="3996842" y="3762706"/>
            <a:ext cx="1536192" cy="137160"/>
          </a:xfrm>
          <a:prstGeom prst="rect">
            <a:avLst/>
          </a:prstGeom>
          <a:noFill/>
          <a:ln/>
        </p:spPr>
        <p:txBody>
          <a:bodyPr wrap="square" lIns="0" tIns="0" rIns="0" bIns="0" rtlCol="0" anchor="ctr">
            <a:normAutofit/>
          </a:bodyPr>
          <a:lstStyle/>
          <a:p>
            <a:pPr marL="0" indent="0" algn="l">
              <a:lnSpc>
                <a:spcPct val="96000"/>
              </a:lnSpc>
              <a:buNone/>
            </a:pPr>
            <a:r>
              <a:rPr lang="en-US" sz="825" dirty="0">
                <a:solidFill>
                  <a:srgbClr val="34343D"/>
                </a:solidFill>
                <a:latin typeface="Ubuntu" pitchFamily="34" charset="0"/>
                <a:ea typeface="Ubuntu" pitchFamily="34" charset="-122"/>
                <a:cs typeface="Ubuntu" pitchFamily="34" charset="-120"/>
              </a:rPr>
              <a:t>Manual handoffs</a:t>
            </a:r>
            <a:endParaRPr lang="en-US" sz="825" dirty="0"/>
          </a:p>
        </p:txBody>
      </p:sp>
      <p:sp>
        <p:nvSpPr>
          <p:cNvPr id="203" name="Shape 93">
            <a:extLst>
              <a:ext uri="{FF2B5EF4-FFF2-40B4-BE49-F238E27FC236}">
                <a16:creationId xmlns:a16="http://schemas.microsoft.com/office/drawing/2014/main" id="{A493981A-B4B7-8A9F-3130-08EAF9850258}"/>
              </a:ext>
            </a:extLst>
          </p:cNvPr>
          <p:cNvSpPr/>
          <p:nvPr/>
        </p:nvSpPr>
        <p:spPr>
          <a:xfrm>
            <a:off x="5702198" y="3796539"/>
            <a:ext cx="60350" cy="60350"/>
          </a:xfrm>
          <a:prstGeom prst="ellipse">
            <a:avLst/>
          </a:prstGeom>
          <a:solidFill>
            <a:srgbClr val="F53B53"/>
          </a:solidFill>
          <a:ln w="12700">
            <a:solidFill>
              <a:srgbClr val="F53B53">
                <a:alpha val="0"/>
              </a:srgbClr>
            </a:solidFill>
            <a:prstDash val="solid"/>
          </a:ln>
        </p:spPr>
        <p:txBody>
          <a:bodyPr/>
          <a:lstStyle/>
          <a:p>
            <a:endParaRPr lang="en-US"/>
          </a:p>
        </p:txBody>
      </p:sp>
      <p:sp>
        <p:nvSpPr>
          <p:cNvPr id="205" name="Text 94">
            <a:extLst>
              <a:ext uri="{FF2B5EF4-FFF2-40B4-BE49-F238E27FC236}">
                <a16:creationId xmlns:a16="http://schemas.microsoft.com/office/drawing/2014/main" id="{D771BC39-4C55-1D45-737E-7EE34054E567}"/>
              </a:ext>
            </a:extLst>
          </p:cNvPr>
          <p:cNvSpPr txBox="1"/>
          <p:nvPr/>
        </p:nvSpPr>
        <p:spPr>
          <a:xfrm>
            <a:off x="5814670" y="3762706"/>
            <a:ext cx="1536192" cy="137160"/>
          </a:xfrm>
          <a:prstGeom prst="rect">
            <a:avLst/>
          </a:prstGeom>
          <a:noFill/>
          <a:ln/>
        </p:spPr>
        <p:txBody>
          <a:bodyPr wrap="square" lIns="0" tIns="0" rIns="0" bIns="0" rtlCol="0" anchor="ctr">
            <a:normAutofit/>
          </a:bodyPr>
          <a:lstStyle/>
          <a:p>
            <a:pPr marL="0" indent="0" algn="l">
              <a:lnSpc>
                <a:spcPct val="96000"/>
              </a:lnSpc>
              <a:buNone/>
            </a:pPr>
            <a:r>
              <a:rPr lang="en-US" sz="825" dirty="0">
                <a:solidFill>
                  <a:srgbClr val="34343D"/>
                </a:solidFill>
                <a:latin typeface="Ubuntu" pitchFamily="34" charset="0"/>
                <a:ea typeface="Ubuntu" pitchFamily="34" charset="-122"/>
                <a:cs typeface="Ubuntu" pitchFamily="34" charset="-120"/>
              </a:rPr>
              <a:t>Repeated checks</a:t>
            </a:r>
            <a:endParaRPr lang="en-US" sz="825" dirty="0"/>
          </a:p>
        </p:txBody>
      </p:sp>
      <p:sp>
        <p:nvSpPr>
          <p:cNvPr id="207" name="Shape 95">
            <a:extLst>
              <a:ext uri="{FF2B5EF4-FFF2-40B4-BE49-F238E27FC236}">
                <a16:creationId xmlns:a16="http://schemas.microsoft.com/office/drawing/2014/main" id="{AE043D6D-845D-A4A7-4C8B-2454BA27030A}"/>
              </a:ext>
            </a:extLst>
          </p:cNvPr>
          <p:cNvSpPr/>
          <p:nvPr/>
        </p:nvSpPr>
        <p:spPr>
          <a:xfrm>
            <a:off x="7737653" y="3796539"/>
            <a:ext cx="60350" cy="60350"/>
          </a:xfrm>
          <a:prstGeom prst="ellipse">
            <a:avLst/>
          </a:prstGeom>
          <a:solidFill>
            <a:srgbClr val="F53B53"/>
          </a:solidFill>
          <a:ln w="12700">
            <a:solidFill>
              <a:srgbClr val="F53B53">
                <a:alpha val="0"/>
              </a:srgbClr>
            </a:solidFill>
            <a:prstDash val="solid"/>
          </a:ln>
        </p:spPr>
        <p:txBody>
          <a:bodyPr/>
          <a:lstStyle/>
          <a:p>
            <a:endParaRPr lang="en-US"/>
          </a:p>
        </p:txBody>
      </p:sp>
      <p:sp>
        <p:nvSpPr>
          <p:cNvPr id="209" name="Text 96">
            <a:extLst>
              <a:ext uri="{FF2B5EF4-FFF2-40B4-BE49-F238E27FC236}">
                <a16:creationId xmlns:a16="http://schemas.microsoft.com/office/drawing/2014/main" id="{ADA4EA17-33AD-2A37-5AD8-E835B2035EE0}"/>
              </a:ext>
            </a:extLst>
          </p:cNvPr>
          <p:cNvSpPr txBox="1"/>
          <p:nvPr/>
        </p:nvSpPr>
        <p:spPr>
          <a:xfrm>
            <a:off x="7850124" y="3762706"/>
            <a:ext cx="1536192" cy="137160"/>
          </a:xfrm>
          <a:prstGeom prst="rect">
            <a:avLst/>
          </a:prstGeom>
          <a:noFill/>
          <a:ln/>
        </p:spPr>
        <p:txBody>
          <a:bodyPr wrap="square" lIns="0" tIns="0" rIns="0" bIns="0" rtlCol="0" anchor="ctr">
            <a:normAutofit/>
          </a:bodyPr>
          <a:lstStyle/>
          <a:p>
            <a:pPr marL="0" indent="0" algn="l">
              <a:lnSpc>
                <a:spcPct val="96000"/>
              </a:lnSpc>
              <a:buNone/>
            </a:pPr>
            <a:r>
              <a:rPr lang="en-US" sz="825" dirty="0">
                <a:solidFill>
                  <a:srgbClr val="34343D"/>
                </a:solidFill>
                <a:latin typeface="Ubuntu" pitchFamily="34" charset="0"/>
                <a:ea typeface="Ubuntu" pitchFamily="34" charset="-122"/>
                <a:cs typeface="Ubuntu" pitchFamily="34" charset="-120"/>
              </a:rPr>
              <a:t>Fragmented context</a:t>
            </a:r>
            <a:endParaRPr lang="en-US" sz="825" dirty="0"/>
          </a:p>
        </p:txBody>
      </p:sp>
      <p:sp>
        <p:nvSpPr>
          <p:cNvPr id="211" name="Shape 97">
            <a:extLst>
              <a:ext uri="{FF2B5EF4-FFF2-40B4-BE49-F238E27FC236}">
                <a16:creationId xmlns:a16="http://schemas.microsoft.com/office/drawing/2014/main" id="{F2D68516-D752-ED25-67DC-9999FFE604B4}"/>
              </a:ext>
            </a:extLst>
          </p:cNvPr>
          <p:cNvSpPr/>
          <p:nvPr/>
        </p:nvSpPr>
        <p:spPr>
          <a:xfrm>
            <a:off x="2907792" y="3998621"/>
            <a:ext cx="6638544" cy="0"/>
          </a:xfrm>
          <a:prstGeom prst="line">
            <a:avLst/>
          </a:prstGeom>
          <a:noFill/>
          <a:ln w="8255">
            <a:solidFill>
              <a:srgbClr val="DDDDE2"/>
            </a:solidFill>
            <a:prstDash val="solid"/>
            <a:headEnd type="none"/>
          </a:ln>
        </p:spPr>
        <p:txBody>
          <a:bodyPr/>
          <a:lstStyle/>
          <a:p>
            <a:endParaRPr lang="en-US"/>
          </a:p>
        </p:txBody>
      </p:sp>
      <p:sp>
        <p:nvSpPr>
          <p:cNvPr id="213" name="Text 98">
            <a:extLst>
              <a:ext uri="{FF2B5EF4-FFF2-40B4-BE49-F238E27FC236}">
                <a16:creationId xmlns:a16="http://schemas.microsoft.com/office/drawing/2014/main" id="{C099DBBB-EAF0-99D5-C5FE-02983EBC00DC}"/>
              </a:ext>
            </a:extLst>
          </p:cNvPr>
          <p:cNvSpPr txBox="1"/>
          <p:nvPr/>
        </p:nvSpPr>
        <p:spPr>
          <a:xfrm>
            <a:off x="2966314" y="4071773"/>
            <a:ext cx="4343400" cy="235915"/>
          </a:xfrm>
          <a:prstGeom prst="rect">
            <a:avLst/>
          </a:prstGeom>
          <a:noFill/>
          <a:ln/>
        </p:spPr>
        <p:txBody>
          <a:bodyPr wrap="square" lIns="0" tIns="0" rIns="0" bIns="0" rtlCol="0" anchor="ctr">
            <a:normAutofit/>
          </a:bodyPr>
          <a:lstStyle/>
          <a:p>
            <a:pPr marL="0" indent="0" algn="l">
              <a:lnSpc>
                <a:spcPct val="96000"/>
              </a:lnSpc>
              <a:buNone/>
            </a:pPr>
            <a:r>
              <a:rPr lang="en-US" sz="1185" b="1" dirty="0">
                <a:solidFill>
                  <a:srgbClr val="0070AD"/>
                </a:solidFill>
                <a:latin typeface="Ubuntu" pitchFamily="34" charset="0"/>
                <a:ea typeface="Ubuntu" pitchFamily="34" charset="-122"/>
                <a:cs typeface="Ubuntu" pitchFamily="34" charset="-120"/>
              </a:rPr>
              <a:t>After: supervised AI and automation</a:t>
            </a:r>
            <a:endParaRPr lang="en-US" sz="1185" dirty="0"/>
          </a:p>
        </p:txBody>
      </p:sp>
      <p:sp>
        <p:nvSpPr>
          <p:cNvPr id="215" name="Text 99">
            <a:extLst>
              <a:ext uri="{FF2B5EF4-FFF2-40B4-BE49-F238E27FC236}">
                <a16:creationId xmlns:a16="http://schemas.microsoft.com/office/drawing/2014/main" id="{61F6D9AB-18F6-FDA1-8A7B-1687A1A2E8E3}"/>
              </a:ext>
            </a:extLst>
          </p:cNvPr>
          <p:cNvSpPr txBox="1"/>
          <p:nvPr/>
        </p:nvSpPr>
        <p:spPr>
          <a:xfrm>
            <a:off x="5522062" y="4102863"/>
            <a:ext cx="3932834" cy="146304"/>
          </a:xfrm>
          <a:prstGeom prst="rect">
            <a:avLst/>
          </a:prstGeom>
          <a:noFill/>
          <a:ln/>
        </p:spPr>
        <p:txBody>
          <a:bodyPr wrap="square" lIns="0" tIns="0" rIns="0" bIns="0" rtlCol="0" anchor="ctr">
            <a:normAutofit/>
          </a:bodyPr>
          <a:lstStyle/>
          <a:p>
            <a:pPr marL="0" indent="0" algn="r">
              <a:lnSpc>
                <a:spcPct val="96000"/>
              </a:lnSpc>
              <a:buNone/>
            </a:pPr>
            <a:r>
              <a:rPr lang="en-US" sz="800" dirty="0">
                <a:solidFill>
                  <a:srgbClr val="71717E"/>
                </a:solidFill>
                <a:latin typeface="Ubuntu" pitchFamily="34" charset="0"/>
                <a:ea typeface="Ubuntu" pitchFamily="34" charset="-122"/>
                <a:cs typeface="Ubuntu" pitchFamily="34" charset="-120"/>
              </a:rPr>
              <a:t>Fewer status checks  ·  Preserved context  ·  Human control retained</a:t>
            </a:r>
            <a:endParaRPr lang="en-US" sz="800" dirty="0"/>
          </a:p>
        </p:txBody>
      </p:sp>
      <p:sp>
        <p:nvSpPr>
          <p:cNvPr id="217" name="Text 100">
            <a:extLst>
              <a:ext uri="{FF2B5EF4-FFF2-40B4-BE49-F238E27FC236}">
                <a16:creationId xmlns:a16="http://schemas.microsoft.com/office/drawing/2014/main" id="{33890BFA-FA4B-9852-EB99-815FA8BE56D1}"/>
              </a:ext>
            </a:extLst>
          </p:cNvPr>
          <p:cNvSpPr txBox="1"/>
          <p:nvPr/>
        </p:nvSpPr>
        <p:spPr>
          <a:xfrm>
            <a:off x="2960827" y="4422903"/>
            <a:ext cx="779069" cy="155448"/>
          </a:xfrm>
          <a:prstGeom prst="rect">
            <a:avLst/>
          </a:prstGeom>
          <a:noFill/>
          <a:ln/>
        </p:spPr>
        <p:txBody>
          <a:bodyPr wrap="square" lIns="0" tIns="0" rIns="0" bIns="0" rtlCol="0" anchor="ctr">
            <a:normAutofit/>
          </a:bodyPr>
          <a:lstStyle/>
          <a:p>
            <a:pPr marL="0" indent="0" algn="l">
              <a:lnSpc>
                <a:spcPct val="96000"/>
              </a:lnSpc>
              <a:buNone/>
            </a:pPr>
            <a:r>
              <a:rPr lang="en-US" sz="789" dirty="0">
                <a:solidFill>
                  <a:srgbClr val="34343D"/>
                </a:solidFill>
                <a:latin typeface="Ubuntu" pitchFamily="34" charset="0"/>
                <a:ea typeface="Ubuntu" pitchFamily="34" charset="-122"/>
                <a:cs typeface="Ubuntu" pitchFamily="34" charset="-120"/>
              </a:rPr>
              <a:t>Rules &amp; systems</a:t>
            </a:r>
            <a:endParaRPr lang="en-US" sz="789" dirty="0"/>
          </a:p>
        </p:txBody>
      </p:sp>
      <p:sp>
        <p:nvSpPr>
          <p:cNvPr id="219" name="Text 101">
            <a:extLst>
              <a:ext uri="{FF2B5EF4-FFF2-40B4-BE49-F238E27FC236}">
                <a16:creationId xmlns:a16="http://schemas.microsoft.com/office/drawing/2014/main" id="{AF9771C4-3CEE-BE57-01E7-61D1F78EA55C}"/>
              </a:ext>
            </a:extLst>
          </p:cNvPr>
          <p:cNvSpPr txBox="1"/>
          <p:nvPr/>
        </p:nvSpPr>
        <p:spPr>
          <a:xfrm>
            <a:off x="2960827" y="4680764"/>
            <a:ext cx="779069" cy="155448"/>
          </a:xfrm>
          <a:prstGeom prst="rect">
            <a:avLst/>
          </a:prstGeom>
          <a:noFill/>
          <a:ln/>
        </p:spPr>
        <p:txBody>
          <a:bodyPr wrap="square" lIns="0" tIns="0" rIns="0" bIns="0" rtlCol="0" anchor="ctr">
            <a:normAutofit/>
          </a:bodyPr>
          <a:lstStyle/>
          <a:p>
            <a:pPr marL="0" indent="0" algn="l">
              <a:lnSpc>
                <a:spcPct val="96000"/>
              </a:lnSpc>
              <a:buNone/>
            </a:pPr>
            <a:r>
              <a:rPr lang="en-US" sz="789" dirty="0">
                <a:solidFill>
                  <a:srgbClr val="34343D"/>
                </a:solidFill>
                <a:latin typeface="Ubuntu" pitchFamily="34" charset="0"/>
                <a:ea typeface="Ubuntu" pitchFamily="34" charset="-122"/>
                <a:cs typeface="Ubuntu" pitchFamily="34" charset="-120"/>
              </a:rPr>
              <a:t>AI-assisted work</a:t>
            </a:r>
            <a:endParaRPr lang="en-US" sz="789" dirty="0"/>
          </a:p>
        </p:txBody>
      </p:sp>
      <p:sp>
        <p:nvSpPr>
          <p:cNvPr id="221" name="Text 102">
            <a:extLst>
              <a:ext uri="{FF2B5EF4-FFF2-40B4-BE49-F238E27FC236}">
                <a16:creationId xmlns:a16="http://schemas.microsoft.com/office/drawing/2014/main" id="{AE5B8345-84E0-6C65-5982-85E16563837A}"/>
              </a:ext>
            </a:extLst>
          </p:cNvPr>
          <p:cNvSpPr txBox="1"/>
          <p:nvPr/>
        </p:nvSpPr>
        <p:spPr>
          <a:xfrm>
            <a:off x="2960827" y="4938625"/>
            <a:ext cx="779069" cy="155448"/>
          </a:xfrm>
          <a:prstGeom prst="rect">
            <a:avLst/>
          </a:prstGeom>
          <a:noFill/>
          <a:ln/>
        </p:spPr>
        <p:txBody>
          <a:bodyPr wrap="square" lIns="0" tIns="0" rIns="0" bIns="0" rtlCol="0" anchor="ctr">
            <a:normAutofit fontScale="77500" lnSpcReduction="20000"/>
          </a:bodyPr>
          <a:lstStyle/>
          <a:p>
            <a:pPr marL="0" indent="0" algn="l">
              <a:lnSpc>
                <a:spcPct val="96000"/>
              </a:lnSpc>
              <a:buNone/>
            </a:pPr>
            <a:r>
              <a:rPr lang="en-US" sz="789" dirty="0">
                <a:solidFill>
                  <a:srgbClr val="34343D"/>
                </a:solidFill>
                <a:latin typeface="Ubuntu" pitchFamily="34" charset="0"/>
                <a:ea typeface="Ubuntu" pitchFamily="34" charset="-122"/>
                <a:cs typeface="Ubuntu" pitchFamily="34" charset="-120"/>
              </a:rPr>
              <a:t>Human authorization</a:t>
            </a:r>
            <a:endParaRPr lang="en-US" sz="789" dirty="0"/>
          </a:p>
        </p:txBody>
      </p:sp>
      <p:sp>
        <p:nvSpPr>
          <p:cNvPr id="223" name="Text 103">
            <a:extLst>
              <a:ext uri="{FF2B5EF4-FFF2-40B4-BE49-F238E27FC236}">
                <a16:creationId xmlns:a16="http://schemas.microsoft.com/office/drawing/2014/main" id="{A5157A06-883B-BD0E-07AF-A65ACB42BD07}"/>
              </a:ext>
            </a:extLst>
          </p:cNvPr>
          <p:cNvSpPr txBox="1"/>
          <p:nvPr/>
        </p:nvSpPr>
        <p:spPr>
          <a:xfrm>
            <a:off x="2960827" y="5196485"/>
            <a:ext cx="779069" cy="155448"/>
          </a:xfrm>
          <a:prstGeom prst="rect">
            <a:avLst/>
          </a:prstGeom>
          <a:noFill/>
          <a:ln/>
        </p:spPr>
        <p:txBody>
          <a:bodyPr wrap="square" lIns="0" tIns="0" rIns="0" bIns="0" rtlCol="0" anchor="ctr">
            <a:normAutofit fontScale="92500"/>
          </a:bodyPr>
          <a:lstStyle/>
          <a:p>
            <a:pPr marL="0" indent="0" algn="l">
              <a:lnSpc>
                <a:spcPct val="96000"/>
              </a:lnSpc>
              <a:buNone/>
            </a:pPr>
            <a:r>
              <a:rPr lang="en-US" sz="789" dirty="0">
                <a:solidFill>
                  <a:srgbClr val="34343D"/>
                </a:solidFill>
                <a:latin typeface="Ubuntu" pitchFamily="34" charset="0"/>
                <a:ea typeface="Ubuntu" pitchFamily="34" charset="-122"/>
                <a:cs typeface="Ubuntu" pitchFamily="34" charset="-120"/>
              </a:rPr>
              <a:t>Physical fulfillment</a:t>
            </a:r>
            <a:endParaRPr lang="en-US" sz="789" dirty="0"/>
          </a:p>
        </p:txBody>
      </p:sp>
      <p:sp>
        <p:nvSpPr>
          <p:cNvPr id="225" name="Shape 104">
            <a:extLst>
              <a:ext uri="{FF2B5EF4-FFF2-40B4-BE49-F238E27FC236}">
                <a16:creationId xmlns:a16="http://schemas.microsoft.com/office/drawing/2014/main" id="{4EF79027-92D3-A122-D3E3-BFC106F4E44B}"/>
              </a:ext>
            </a:extLst>
          </p:cNvPr>
          <p:cNvSpPr/>
          <p:nvPr/>
        </p:nvSpPr>
        <p:spPr>
          <a:xfrm>
            <a:off x="2960827" y="4631386"/>
            <a:ext cx="6494069" cy="0"/>
          </a:xfrm>
          <a:prstGeom prst="line">
            <a:avLst/>
          </a:prstGeom>
          <a:noFill/>
          <a:ln w="8255">
            <a:solidFill>
              <a:srgbClr val="DDDDE2"/>
            </a:solidFill>
            <a:prstDash val="solid"/>
            <a:headEnd type="none"/>
          </a:ln>
        </p:spPr>
        <p:txBody>
          <a:bodyPr/>
          <a:lstStyle/>
          <a:p>
            <a:endParaRPr lang="en-US"/>
          </a:p>
        </p:txBody>
      </p:sp>
      <p:sp>
        <p:nvSpPr>
          <p:cNvPr id="227" name="Shape 105">
            <a:extLst>
              <a:ext uri="{FF2B5EF4-FFF2-40B4-BE49-F238E27FC236}">
                <a16:creationId xmlns:a16="http://schemas.microsoft.com/office/drawing/2014/main" id="{6DAEF5B5-B277-D165-0F5B-4AD9FBD3AD66}"/>
              </a:ext>
            </a:extLst>
          </p:cNvPr>
          <p:cNvSpPr/>
          <p:nvPr/>
        </p:nvSpPr>
        <p:spPr>
          <a:xfrm>
            <a:off x="2960827" y="4889247"/>
            <a:ext cx="6494069" cy="0"/>
          </a:xfrm>
          <a:prstGeom prst="line">
            <a:avLst/>
          </a:prstGeom>
          <a:noFill/>
          <a:ln w="8255">
            <a:solidFill>
              <a:srgbClr val="DDDDE2"/>
            </a:solidFill>
            <a:prstDash val="solid"/>
            <a:headEnd type="none"/>
          </a:ln>
        </p:spPr>
        <p:txBody>
          <a:bodyPr/>
          <a:lstStyle/>
          <a:p>
            <a:endParaRPr lang="en-US"/>
          </a:p>
        </p:txBody>
      </p:sp>
      <p:sp>
        <p:nvSpPr>
          <p:cNvPr id="229" name="Shape 106">
            <a:extLst>
              <a:ext uri="{FF2B5EF4-FFF2-40B4-BE49-F238E27FC236}">
                <a16:creationId xmlns:a16="http://schemas.microsoft.com/office/drawing/2014/main" id="{F1C503E0-1FF2-1617-2A4E-382D4C9D0340}"/>
              </a:ext>
            </a:extLst>
          </p:cNvPr>
          <p:cNvSpPr/>
          <p:nvPr/>
        </p:nvSpPr>
        <p:spPr>
          <a:xfrm>
            <a:off x="2960827" y="5147108"/>
            <a:ext cx="6494069" cy="0"/>
          </a:xfrm>
          <a:prstGeom prst="line">
            <a:avLst/>
          </a:prstGeom>
          <a:noFill/>
          <a:ln w="8255">
            <a:solidFill>
              <a:srgbClr val="DDDDE2"/>
            </a:solidFill>
            <a:prstDash val="solid"/>
            <a:headEnd type="none"/>
          </a:ln>
        </p:spPr>
        <p:txBody>
          <a:bodyPr/>
          <a:lstStyle/>
          <a:p>
            <a:endParaRPr lang="en-US"/>
          </a:p>
        </p:txBody>
      </p:sp>
      <p:sp>
        <p:nvSpPr>
          <p:cNvPr id="231" name="Shape 107">
            <a:extLst>
              <a:ext uri="{FF2B5EF4-FFF2-40B4-BE49-F238E27FC236}">
                <a16:creationId xmlns:a16="http://schemas.microsoft.com/office/drawing/2014/main" id="{4805505F-E03C-72C8-46EC-2BDD68C04FCE}"/>
              </a:ext>
            </a:extLst>
          </p:cNvPr>
          <p:cNvSpPr/>
          <p:nvPr/>
        </p:nvSpPr>
        <p:spPr>
          <a:xfrm>
            <a:off x="2960827" y="5404969"/>
            <a:ext cx="6494069" cy="0"/>
          </a:xfrm>
          <a:prstGeom prst="line">
            <a:avLst/>
          </a:prstGeom>
          <a:noFill/>
          <a:ln w="8255">
            <a:solidFill>
              <a:srgbClr val="DDDDE2"/>
            </a:solidFill>
            <a:prstDash val="solid"/>
            <a:headEnd type="none"/>
          </a:ln>
        </p:spPr>
        <p:txBody>
          <a:bodyPr/>
          <a:lstStyle/>
          <a:p>
            <a:endParaRPr lang="en-US"/>
          </a:p>
        </p:txBody>
      </p:sp>
      <p:sp>
        <p:nvSpPr>
          <p:cNvPr id="233" name="Shape 108">
            <a:extLst>
              <a:ext uri="{FF2B5EF4-FFF2-40B4-BE49-F238E27FC236}">
                <a16:creationId xmlns:a16="http://schemas.microsoft.com/office/drawing/2014/main" id="{65E177C0-2E06-A3F1-B813-AA86685FABF5}"/>
              </a:ext>
            </a:extLst>
          </p:cNvPr>
          <p:cNvSpPr/>
          <p:nvPr/>
        </p:nvSpPr>
        <p:spPr>
          <a:xfrm>
            <a:off x="4572000" y="4591153"/>
            <a:ext cx="87782" cy="0"/>
          </a:xfrm>
          <a:prstGeom prst="line">
            <a:avLst/>
          </a:prstGeom>
          <a:noFill/>
          <a:ln w="17526">
            <a:solidFill>
              <a:srgbClr val="0070AD"/>
            </a:solidFill>
            <a:prstDash val="solid"/>
            <a:headEnd type="none"/>
          </a:ln>
        </p:spPr>
        <p:txBody>
          <a:bodyPr/>
          <a:lstStyle/>
          <a:p>
            <a:endParaRPr lang="en-US"/>
          </a:p>
        </p:txBody>
      </p:sp>
      <p:sp>
        <p:nvSpPr>
          <p:cNvPr id="235" name="Shape 109">
            <a:extLst>
              <a:ext uri="{FF2B5EF4-FFF2-40B4-BE49-F238E27FC236}">
                <a16:creationId xmlns:a16="http://schemas.microsoft.com/office/drawing/2014/main" id="{AF1A6038-E9FE-A157-F22D-FD6C00282088}"/>
              </a:ext>
            </a:extLst>
          </p:cNvPr>
          <p:cNvSpPr/>
          <p:nvPr/>
        </p:nvSpPr>
        <p:spPr>
          <a:xfrm>
            <a:off x="4659782" y="4591153"/>
            <a:ext cx="0" cy="256032"/>
          </a:xfrm>
          <a:prstGeom prst="line">
            <a:avLst/>
          </a:prstGeom>
          <a:noFill/>
          <a:ln w="17526">
            <a:solidFill>
              <a:srgbClr val="0070AD"/>
            </a:solidFill>
            <a:prstDash val="solid"/>
            <a:headEnd type="none"/>
          </a:ln>
        </p:spPr>
        <p:txBody>
          <a:bodyPr/>
          <a:lstStyle/>
          <a:p>
            <a:endParaRPr lang="en-US"/>
          </a:p>
        </p:txBody>
      </p:sp>
      <p:sp>
        <p:nvSpPr>
          <p:cNvPr id="237" name="Shape 110">
            <a:extLst>
              <a:ext uri="{FF2B5EF4-FFF2-40B4-BE49-F238E27FC236}">
                <a16:creationId xmlns:a16="http://schemas.microsoft.com/office/drawing/2014/main" id="{F9DD29A4-B923-9E93-AA5A-4FCB1EF69D53}"/>
              </a:ext>
            </a:extLst>
          </p:cNvPr>
          <p:cNvSpPr/>
          <p:nvPr/>
        </p:nvSpPr>
        <p:spPr>
          <a:xfrm>
            <a:off x="4659782" y="4847185"/>
            <a:ext cx="87782" cy="0"/>
          </a:xfrm>
          <a:prstGeom prst="line">
            <a:avLst/>
          </a:prstGeom>
          <a:noFill/>
          <a:ln w="17526">
            <a:solidFill>
              <a:srgbClr val="0070AD"/>
            </a:solidFill>
            <a:prstDash val="solid"/>
            <a:headEnd type="none"/>
            <a:tailEnd type="triangle"/>
          </a:ln>
        </p:spPr>
        <p:txBody>
          <a:bodyPr/>
          <a:lstStyle/>
          <a:p>
            <a:endParaRPr lang="en-US"/>
          </a:p>
        </p:txBody>
      </p:sp>
      <p:sp>
        <p:nvSpPr>
          <p:cNvPr id="239" name="Shape 111">
            <a:extLst>
              <a:ext uri="{FF2B5EF4-FFF2-40B4-BE49-F238E27FC236}">
                <a16:creationId xmlns:a16="http://schemas.microsoft.com/office/drawing/2014/main" id="{4315C24D-E1A7-DD40-E3F9-6F415C6B14BE}"/>
              </a:ext>
            </a:extLst>
          </p:cNvPr>
          <p:cNvSpPr/>
          <p:nvPr/>
        </p:nvSpPr>
        <p:spPr>
          <a:xfrm>
            <a:off x="5568696" y="4847185"/>
            <a:ext cx="88240" cy="0"/>
          </a:xfrm>
          <a:prstGeom prst="line">
            <a:avLst/>
          </a:prstGeom>
          <a:noFill/>
          <a:ln w="17526">
            <a:solidFill>
              <a:srgbClr val="0070AD"/>
            </a:solidFill>
            <a:prstDash val="solid"/>
            <a:headEnd type="none"/>
          </a:ln>
        </p:spPr>
        <p:txBody>
          <a:bodyPr/>
          <a:lstStyle/>
          <a:p>
            <a:endParaRPr lang="en-US"/>
          </a:p>
        </p:txBody>
      </p:sp>
      <p:sp>
        <p:nvSpPr>
          <p:cNvPr id="241" name="Shape 112">
            <a:extLst>
              <a:ext uri="{FF2B5EF4-FFF2-40B4-BE49-F238E27FC236}">
                <a16:creationId xmlns:a16="http://schemas.microsoft.com/office/drawing/2014/main" id="{32FAE19B-A779-13A6-8196-5AFAF7168C7A}"/>
              </a:ext>
            </a:extLst>
          </p:cNvPr>
          <p:cNvSpPr/>
          <p:nvPr/>
        </p:nvSpPr>
        <p:spPr>
          <a:xfrm>
            <a:off x="5656936" y="4847185"/>
            <a:ext cx="0" cy="253289"/>
          </a:xfrm>
          <a:prstGeom prst="line">
            <a:avLst/>
          </a:prstGeom>
          <a:noFill/>
          <a:ln w="17526">
            <a:solidFill>
              <a:srgbClr val="0070AD"/>
            </a:solidFill>
            <a:prstDash val="solid"/>
            <a:headEnd type="none"/>
          </a:ln>
        </p:spPr>
        <p:txBody>
          <a:bodyPr/>
          <a:lstStyle/>
          <a:p>
            <a:endParaRPr lang="en-US"/>
          </a:p>
        </p:txBody>
      </p:sp>
      <p:sp>
        <p:nvSpPr>
          <p:cNvPr id="243" name="Shape 113">
            <a:extLst>
              <a:ext uri="{FF2B5EF4-FFF2-40B4-BE49-F238E27FC236}">
                <a16:creationId xmlns:a16="http://schemas.microsoft.com/office/drawing/2014/main" id="{46B9311F-A367-3FBF-D5C1-A9CF98136E26}"/>
              </a:ext>
            </a:extLst>
          </p:cNvPr>
          <p:cNvSpPr/>
          <p:nvPr/>
        </p:nvSpPr>
        <p:spPr>
          <a:xfrm>
            <a:off x="5656936" y="5100473"/>
            <a:ext cx="88240" cy="0"/>
          </a:xfrm>
          <a:prstGeom prst="line">
            <a:avLst/>
          </a:prstGeom>
          <a:noFill/>
          <a:ln w="17526">
            <a:solidFill>
              <a:srgbClr val="0070AD"/>
            </a:solidFill>
            <a:prstDash val="solid"/>
            <a:headEnd type="none"/>
            <a:tailEnd type="triangle"/>
          </a:ln>
        </p:spPr>
        <p:txBody>
          <a:bodyPr/>
          <a:lstStyle/>
          <a:p>
            <a:endParaRPr lang="en-US"/>
          </a:p>
        </p:txBody>
      </p:sp>
      <p:sp>
        <p:nvSpPr>
          <p:cNvPr id="245" name="Shape 114">
            <a:extLst>
              <a:ext uri="{FF2B5EF4-FFF2-40B4-BE49-F238E27FC236}">
                <a16:creationId xmlns:a16="http://schemas.microsoft.com/office/drawing/2014/main" id="{BCE930A7-8285-0FAC-D2F4-B0B673BCD835}"/>
              </a:ext>
            </a:extLst>
          </p:cNvPr>
          <p:cNvSpPr/>
          <p:nvPr/>
        </p:nvSpPr>
        <p:spPr>
          <a:xfrm>
            <a:off x="6554419" y="5100473"/>
            <a:ext cx="86411" cy="0"/>
          </a:xfrm>
          <a:prstGeom prst="line">
            <a:avLst/>
          </a:prstGeom>
          <a:noFill/>
          <a:ln w="17526">
            <a:solidFill>
              <a:srgbClr val="0070AD"/>
            </a:solidFill>
            <a:prstDash val="solid"/>
            <a:headEnd type="none"/>
          </a:ln>
        </p:spPr>
        <p:txBody>
          <a:bodyPr/>
          <a:lstStyle/>
          <a:p>
            <a:endParaRPr lang="en-US"/>
          </a:p>
        </p:txBody>
      </p:sp>
      <p:sp>
        <p:nvSpPr>
          <p:cNvPr id="247" name="Shape 115">
            <a:extLst>
              <a:ext uri="{FF2B5EF4-FFF2-40B4-BE49-F238E27FC236}">
                <a16:creationId xmlns:a16="http://schemas.microsoft.com/office/drawing/2014/main" id="{A68F4964-2BE3-73BC-BBFE-2016E3E1F39F}"/>
              </a:ext>
            </a:extLst>
          </p:cNvPr>
          <p:cNvSpPr/>
          <p:nvPr/>
        </p:nvSpPr>
        <p:spPr>
          <a:xfrm>
            <a:off x="6640830" y="5100473"/>
            <a:ext cx="0" cy="224942"/>
          </a:xfrm>
          <a:prstGeom prst="line">
            <a:avLst/>
          </a:prstGeom>
          <a:noFill/>
          <a:ln w="17526">
            <a:solidFill>
              <a:srgbClr val="0070AD"/>
            </a:solidFill>
            <a:prstDash val="solid"/>
            <a:headEnd type="none"/>
          </a:ln>
        </p:spPr>
        <p:txBody>
          <a:bodyPr/>
          <a:lstStyle/>
          <a:p>
            <a:endParaRPr lang="en-US"/>
          </a:p>
        </p:txBody>
      </p:sp>
      <p:sp>
        <p:nvSpPr>
          <p:cNvPr id="249" name="Shape 116">
            <a:extLst>
              <a:ext uri="{FF2B5EF4-FFF2-40B4-BE49-F238E27FC236}">
                <a16:creationId xmlns:a16="http://schemas.microsoft.com/office/drawing/2014/main" id="{9B629988-9F46-F95D-7C7F-B2CC54E4342F}"/>
              </a:ext>
            </a:extLst>
          </p:cNvPr>
          <p:cNvSpPr/>
          <p:nvPr/>
        </p:nvSpPr>
        <p:spPr>
          <a:xfrm>
            <a:off x="6640830" y="5325416"/>
            <a:ext cx="86411" cy="0"/>
          </a:xfrm>
          <a:prstGeom prst="line">
            <a:avLst/>
          </a:prstGeom>
          <a:noFill/>
          <a:ln w="17526">
            <a:solidFill>
              <a:srgbClr val="0070AD"/>
            </a:solidFill>
            <a:prstDash val="solid"/>
            <a:headEnd type="none"/>
            <a:tailEnd type="triangle"/>
          </a:ln>
        </p:spPr>
        <p:txBody>
          <a:bodyPr/>
          <a:lstStyle/>
          <a:p>
            <a:endParaRPr lang="en-US"/>
          </a:p>
        </p:txBody>
      </p:sp>
      <p:sp>
        <p:nvSpPr>
          <p:cNvPr id="251" name="Shape 117">
            <a:extLst>
              <a:ext uri="{FF2B5EF4-FFF2-40B4-BE49-F238E27FC236}">
                <a16:creationId xmlns:a16="http://schemas.microsoft.com/office/drawing/2014/main" id="{D0672308-FDC3-5923-EF69-8BA035135F9A}"/>
              </a:ext>
            </a:extLst>
          </p:cNvPr>
          <p:cNvSpPr/>
          <p:nvPr/>
        </p:nvSpPr>
        <p:spPr>
          <a:xfrm>
            <a:off x="7593178" y="5325416"/>
            <a:ext cx="90068" cy="0"/>
          </a:xfrm>
          <a:prstGeom prst="line">
            <a:avLst/>
          </a:prstGeom>
          <a:noFill/>
          <a:ln w="17526">
            <a:solidFill>
              <a:srgbClr val="0070AD"/>
            </a:solidFill>
            <a:prstDash val="solid"/>
            <a:headEnd type="none"/>
          </a:ln>
        </p:spPr>
        <p:txBody>
          <a:bodyPr/>
          <a:lstStyle/>
          <a:p>
            <a:endParaRPr lang="en-US"/>
          </a:p>
        </p:txBody>
      </p:sp>
      <p:sp>
        <p:nvSpPr>
          <p:cNvPr id="253" name="Shape 118">
            <a:extLst>
              <a:ext uri="{FF2B5EF4-FFF2-40B4-BE49-F238E27FC236}">
                <a16:creationId xmlns:a16="http://schemas.microsoft.com/office/drawing/2014/main" id="{DF0468EF-B01D-79D4-E98D-30068E2D2560}"/>
              </a:ext>
            </a:extLst>
          </p:cNvPr>
          <p:cNvSpPr/>
          <p:nvPr/>
        </p:nvSpPr>
        <p:spPr>
          <a:xfrm>
            <a:off x="7683246" y="5325416"/>
            <a:ext cx="0" cy="0"/>
          </a:xfrm>
          <a:prstGeom prst="line">
            <a:avLst/>
          </a:prstGeom>
          <a:noFill/>
          <a:ln w="17526">
            <a:solidFill>
              <a:srgbClr val="0070AD"/>
            </a:solidFill>
            <a:prstDash val="solid"/>
            <a:headEnd type="none"/>
          </a:ln>
        </p:spPr>
        <p:txBody>
          <a:bodyPr/>
          <a:lstStyle/>
          <a:p>
            <a:endParaRPr lang="en-US"/>
          </a:p>
        </p:txBody>
      </p:sp>
      <p:sp>
        <p:nvSpPr>
          <p:cNvPr id="255" name="Shape 119">
            <a:extLst>
              <a:ext uri="{FF2B5EF4-FFF2-40B4-BE49-F238E27FC236}">
                <a16:creationId xmlns:a16="http://schemas.microsoft.com/office/drawing/2014/main" id="{6943C233-2347-9666-4FD0-9615B1C290FB}"/>
              </a:ext>
            </a:extLst>
          </p:cNvPr>
          <p:cNvSpPr/>
          <p:nvPr/>
        </p:nvSpPr>
        <p:spPr>
          <a:xfrm>
            <a:off x="7683246" y="5098645"/>
            <a:ext cx="90068" cy="0"/>
          </a:xfrm>
          <a:prstGeom prst="line">
            <a:avLst/>
          </a:prstGeom>
          <a:noFill/>
          <a:ln w="17526">
            <a:solidFill>
              <a:srgbClr val="0070AD"/>
            </a:solidFill>
            <a:prstDash val="solid"/>
            <a:headEnd type="none"/>
            <a:tailEnd type="triangle"/>
          </a:ln>
        </p:spPr>
        <p:txBody>
          <a:bodyPr/>
          <a:lstStyle/>
          <a:p>
            <a:endParaRPr lang="en-US"/>
          </a:p>
        </p:txBody>
      </p:sp>
      <p:sp>
        <p:nvSpPr>
          <p:cNvPr id="257" name="Shape 120">
            <a:extLst>
              <a:ext uri="{FF2B5EF4-FFF2-40B4-BE49-F238E27FC236}">
                <a16:creationId xmlns:a16="http://schemas.microsoft.com/office/drawing/2014/main" id="{F9308FE4-DE9E-F9D1-3DD5-FA6AE69F0563}"/>
              </a:ext>
            </a:extLst>
          </p:cNvPr>
          <p:cNvSpPr/>
          <p:nvPr/>
        </p:nvSpPr>
        <p:spPr>
          <a:xfrm>
            <a:off x="8609076" y="5098645"/>
            <a:ext cx="85496" cy="0"/>
          </a:xfrm>
          <a:prstGeom prst="line">
            <a:avLst/>
          </a:prstGeom>
          <a:noFill/>
          <a:ln w="17526">
            <a:solidFill>
              <a:srgbClr val="0070AD"/>
            </a:solidFill>
            <a:prstDash val="solid"/>
            <a:headEnd type="none"/>
          </a:ln>
        </p:spPr>
        <p:txBody>
          <a:bodyPr/>
          <a:lstStyle/>
          <a:p>
            <a:endParaRPr lang="en-US"/>
          </a:p>
        </p:txBody>
      </p:sp>
      <p:sp>
        <p:nvSpPr>
          <p:cNvPr id="259" name="Shape 121">
            <a:extLst>
              <a:ext uri="{FF2B5EF4-FFF2-40B4-BE49-F238E27FC236}">
                <a16:creationId xmlns:a16="http://schemas.microsoft.com/office/drawing/2014/main" id="{56D1A4CD-9C4F-C731-626A-D750A1F2CEC5}"/>
              </a:ext>
            </a:extLst>
          </p:cNvPr>
          <p:cNvSpPr/>
          <p:nvPr/>
        </p:nvSpPr>
        <p:spPr>
          <a:xfrm>
            <a:off x="8694572" y="5098645"/>
            <a:ext cx="0" cy="0"/>
          </a:xfrm>
          <a:prstGeom prst="line">
            <a:avLst/>
          </a:prstGeom>
          <a:noFill/>
          <a:ln w="17526">
            <a:solidFill>
              <a:srgbClr val="0070AD"/>
            </a:solidFill>
            <a:prstDash val="solid"/>
            <a:headEnd type="none"/>
          </a:ln>
        </p:spPr>
        <p:txBody>
          <a:bodyPr/>
          <a:lstStyle/>
          <a:p>
            <a:endParaRPr lang="en-US"/>
          </a:p>
        </p:txBody>
      </p:sp>
      <p:sp>
        <p:nvSpPr>
          <p:cNvPr id="261" name="Shape 122">
            <a:extLst>
              <a:ext uri="{FF2B5EF4-FFF2-40B4-BE49-F238E27FC236}">
                <a16:creationId xmlns:a16="http://schemas.microsoft.com/office/drawing/2014/main" id="{0864E5E8-7206-4023-2CC0-8B0C49C8B608}"/>
              </a:ext>
            </a:extLst>
          </p:cNvPr>
          <p:cNvSpPr/>
          <p:nvPr/>
        </p:nvSpPr>
        <p:spPr>
          <a:xfrm>
            <a:off x="8694572" y="5098645"/>
            <a:ext cx="85496" cy="0"/>
          </a:xfrm>
          <a:prstGeom prst="line">
            <a:avLst/>
          </a:prstGeom>
          <a:noFill/>
          <a:ln w="17526">
            <a:solidFill>
              <a:srgbClr val="0070AD"/>
            </a:solidFill>
            <a:prstDash val="solid"/>
            <a:headEnd type="none"/>
            <a:tailEnd type="triangle"/>
          </a:ln>
        </p:spPr>
        <p:txBody>
          <a:bodyPr/>
          <a:lstStyle/>
          <a:p>
            <a:endParaRPr lang="en-US"/>
          </a:p>
        </p:txBody>
      </p:sp>
      <p:sp>
        <p:nvSpPr>
          <p:cNvPr id="263" name="Shape 123">
            <a:extLst>
              <a:ext uri="{FF2B5EF4-FFF2-40B4-BE49-F238E27FC236}">
                <a16:creationId xmlns:a16="http://schemas.microsoft.com/office/drawing/2014/main" id="{C34DF957-E293-29ED-5F11-931C58EC36D9}"/>
              </a:ext>
            </a:extLst>
          </p:cNvPr>
          <p:cNvSpPr/>
          <p:nvPr/>
        </p:nvSpPr>
        <p:spPr>
          <a:xfrm>
            <a:off x="3813962" y="4390899"/>
            <a:ext cx="758038" cy="400507"/>
          </a:xfrm>
          <a:prstGeom prst="roundRect">
            <a:avLst>
              <a:gd name="adj" fmla="val 12557"/>
            </a:avLst>
          </a:prstGeom>
          <a:solidFill>
            <a:srgbClr val="FFFFFF"/>
          </a:solidFill>
          <a:ln w="19050">
            <a:solidFill>
              <a:srgbClr val="0070AD"/>
            </a:solidFill>
            <a:prstDash val="solid"/>
          </a:ln>
        </p:spPr>
        <p:txBody>
          <a:bodyPr/>
          <a:lstStyle/>
          <a:p>
            <a:endParaRPr lang="en-US"/>
          </a:p>
        </p:txBody>
      </p:sp>
      <p:sp>
        <p:nvSpPr>
          <p:cNvPr id="265" name="Text 124">
            <a:extLst>
              <a:ext uri="{FF2B5EF4-FFF2-40B4-BE49-F238E27FC236}">
                <a16:creationId xmlns:a16="http://schemas.microsoft.com/office/drawing/2014/main" id="{D33C3E94-7262-1F61-585B-6EA6B1C36005}"/>
              </a:ext>
            </a:extLst>
          </p:cNvPr>
          <p:cNvSpPr txBox="1"/>
          <p:nvPr/>
        </p:nvSpPr>
        <p:spPr>
          <a:xfrm>
            <a:off x="3845052" y="4409187"/>
            <a:ext cx="695858" cy="363931"/>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Validate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context</a:t>
            </a:r>
            <a:endParaRPr lang="en-US" sz="855" dirty="0"/>
          </a:p>
        </p:txBody>
      </p:sp>
      <p:sp>
        <p:nvSpPr>
          <p:cNvPr id="267" name="Shape 125">
            <a:extLst>
              <a:ext uri="{FF2B5EF4-FFF2-40B4-BE49-F238E27FC236}">
                <a16:creationId xmlns:a16="http://schemas.microsoft.com/office/drawing/2014/main" id="{76A93C50-5F86-3F59-B19D-2DC5157FF2DC}"/>
              </a:ext>
            </a:extLst>
          </p:cNvPr>
          <p:cNvSpPr/>
          <p:nvPr/>
        </p:nvSpPr>
        <p:spPr>
          <a:xfrm>
            <a:off x="4747565" y="4646931"/>
            <a:ext cx="821131" cy="400507"/>
          </a:xfrm>
          <a:prstGeom prst="roundRect">
            <a:avLst>
              <a:gd name="adj" fmla="val 12557"/>
            </a:avLst>
          </a:prstGeom>
          <a:solidFill>
            <a:srgbClr val="FFFFFF"/>
          </a:solidFill>
          <a:ln w="19050">
            <a:solidFill>
              <a:srgbClr val="0070AD"/>
            </a:solidFill>
            <a:prstDash val="solid"/>
          </a:ln>
        </p:spPr>
        <p:txBody>
          <a:bodyPr/>
          <a:lstStyle/>
          <a:p>
            <a:endParaRPr lang="en-US"/>
          </a:p>
        </p:txBody>
      </p:sp>
      <p:sp>
        <p:nvSpPr>
          <p:cNvPr id="269" name="Text 126">
            <a:extLst>
              <a:ext uri="{FF2B5EF4-FFF2-40B4-BE49-F238E27FC236}">
                <a16:creationId xmlns:a16="http://schemas.microsoft.com/office/drawing/2014/main" id="{788C29CA-A48B-1FE5-A8FF-AB80CEC8AE86}"/>
              </a:ext>
            </a:extLst>
          </p:cNvPr>
          <p:cNvSpPr txBox="1"/>
          <p:nvPr/>
        </p:nvSpPr>
        <p:spPr>
          <a:xfrm>
            <a:off x="4778654" y="4665219"/>
            <a:ext cx="758952" cy="363931"/>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Propose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fulfillment plan</a:t>
            </a:r>
            <a:endParaRPr lang="en-US" sz="855" dirty="0"/>
          </a:p>
        </p:txBody>
      </p:sp>
      <p:sp>
        <p:nvSpPr>
          <p:cNvPr id="271" name="Shape 127">
            <a:extLst>
              <a:ext uri="{FF2B5EF4-FFF2-40B4-BE49-F238E27FC236}">
                <a16:creationId xmlns:a16="http://schemas.microsoft.com/office/drawing/2014/main" id="{B2C19C31-879C-811A-3080-0B44A4B2934A}"/>
              </a:ext>
            </a:extLst>
          </p:cNvPr>
          <p:cNvSpPr/>
          <p:nvPr/>
        </p:nvSpPr>
        <p:spPr>
          <a:xfrm>
            <a:off x="5745175" y="4900220"/>
            <a:ext cx="809244" cy="400507"/>
          </a:xfrm>
          <a:prstGeom prst="roundRect">
            <a:avLst>
              <a:gd name="adj" fmla="val 12557"/>
            </a:avLst>
          </a:prstGeom>
          <a:solidFill>
            <a:srgbClr val="FFFFFF"/>
          </a:solidFill>
          <a:ln w="20320">
            <a:solidFill>
              <a:srgbClr val="44195C"/>
            </a:solidFill>
            <a:prstDash val="solid"/>
          </a:ln>
        </p:spPr>
        <p:txBody>
          <a:bodyPr/>
          <a:lstStyle/>
          <a:p>
            <a:endParaRPr lang="en-US"/>
          </a:p>
        </p:txBody>
      </p:sp>
      <p:sp>
        <p:nvSpPr>
          <p:cNvPr id="273" name="Text 128">
            <a:extLst>
              <a:ext uri="{FF2B5EF4-FFF2-40B4-BE49-F238E27FC236}">
                <a16:creationId xmlns:a16="http://schemas.microsoft.com/office/drawing/2014/main" id="{27F650A4-64B3-B8F3-2AB7-613E9C75EEC2}"/>
              </a:ext>
            </a:extLst>
          </p:cNvPr>
          <p:cNvSpPr txBox="1"/>
          <p:nvPr/>
        </p:nvSpPr>
        <p:spPr>
          <a:xfrm>
            <a:off x="5776265" y="4918508"/>
            <a:ext cx="747065" cy="363931"/>
          </a:xfrm>
          <a:prstGeom prst="rect">
            <a:avLst/>
          </a:prstGeom>
          <a:noFill/>
          <a:ln/>
        </p:spPr>
        <p:txBody>
          <a:bodyPr wrap="square" lIns="0" tIns="0" rIns="0" bIns="0" rtlCol="0" anchor="ctr">
            <a:normAutofit/>
          </a:bodyPr>
          <a:lstStyle/>
          <a:p>
            <a:pPr marL="0" indent="0" algn="ctr">
              <a:lnSpc>
                <a:spcPct val="96000"/>
              </a:lnSpc>
              <a:buNone/>
            </a:pPr>
            <a:r>
              <a:rPr lang="en-US" sz="855" b="1" dirty="0">
                <a:solidFill>
                  <a:srgbClr val="2B0A3D"/>
                </a:solidFill>
                <a:latin typeface="Ubuntu" pitchFamily="34" charset="0"/>
                <a:ea typeface="Ubuntu" pitchFamily="34" charset="-122"/>
                <a:cs typeface="Ubuntu" pitchFamily="34" charset="-120"/>
              </a:rPr>
              <a:t>Authorize</a:t>
            </a:r>
            <a:endParaRPr lang="en-US" sz="855" dirty="0"/>
          </a:p>
          <a:p>
            <a:pPr marL="0" indent="0" algn="ctr">
              <a:lnSpc>
                <a:spcPct val="96000"/>
              </a:lnSpc>
              <a:buNone/>
            </a:pPr>
            <a:r>
              <a:rPr lang="en-US" sz="855" b="1" dirty="0">
                <a:solidFill>
                  <a:srgbClr val="2B0A3D"/>
                </a:solidFill>
                <a:latin typeface="Ubuntu" pitchFamily="34" charset="0"/>
                <a:ea typeface="Ubuntu" pitchFamily="34" charset="-122"/>
                <a:cs typeface="Ubuntu" pitchFamily="34" charset="-120"/>
              </a:rPr>
              <a:t>action</a:t>
            </a:r>
            <a:endParaRPr lang="en-US" sz="855" dirty="0"/>
          </a:p>
        </p:txBody>
      </p:sp>
      <p:sp>
        <p:nvSpPr>
          <p:cNvPr id="275" name="Shape 129">
            <a:extLst>
              <a:ext uri="{FF2B5EF4-FFF2-40B4-BE49-F238E27FC236}">
                <a16:creationId xmlns:a16="http://schemas.microsoft.com/office/drawing/2014/main" id="{462B5563-B92F-0DBE-4C3C-2F8C316D21CC}"/>
              </a:ext>
            </a:extLst>
          </p:cNvPr>
          <p:cNvSpPr/>
          <p:nvPr/>
        </p:nvSpPr>
        <p:spPr>
          <a:xfrm>
            <a:off x="6727241" y="5125162"/>
            <a:ext cx="865937" cy="400507"/>
          </a:xfrm>
          <a:prstGeom prst="roundRect">
            <a:avLst>
              <a:gd name="adj" fmla="val 12557"/>
            </a:avLst>
          </a:prstGeom>
          <a:solidFill>
            <a:srgbClr val="FFFFFF"/>
          </a:solidFill>
          <a:ln w="19050">
            <a:solidFill>
              <a:srgbClr val="0070AD"/>
            </a:solidFill>
            <a:prstDash val="solid"/>
          </a:ln>
        </p:spPr>
        <p:txBody>
          <a:bodyPr/>
          <a:lstStyle/>
          <a:p>
            <a:endParaRPr lang="en-US"/>
          </a:p>
        </p:txBody>
      </p:sp>
      <p:sp>
        <p:nvSpPr>
          <p:cNvPr id="277" name="Text 130">
            <a:extLst>
              <a:ext uri="{FF2B5EF4-FFF2-40B4-BE49-F238E27FC236}">
                <a16:creationId xmlns:a16="http://schemas.microsoft.com/office/drawing/2014/main" id="{553D1DDB-0F89-7881-CB8E-056A70D316B1}"/>
              </a:ext>
            </a:extLst>
          </p:cNvPr>
          <p:cNvSpPr txBox="1"/>
          <p:nvPr/>
        </p:nvSpPr>
        <p:spPr>
          <a:xfrm>
            <a:off x="6758330" y="5143450"/>
            <a:ext cx="803758" cy="363931"/>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Execute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physical work</a:t>
            </a:r>
            <a:endParaRPr lang="en-US" sz="855" dirty="0"/>
          </a:p>
        </p:txBody>
      </p:sp>
      <p:sp>
        <p:nvSpPr>
          <p:cNvPr id="279" name="Shape 131">
            <a:extLst>
              <a:ext uri="{FF2B5EF4-FFF2-40B4-BE49-F238E27FC236}">
                <a16:creationId xmlns:a16="http://schemas.microsoft.com/office/drawing/2014/main" id="{34930950-CCE3-058A-0EFC-BF14A4A26919}"/>
              </a:ext>
            </a:extLst>
          </p:cNvPr>
          <p:cNvSpPr/>
          <p:nvPr/>
        </p:nvSpPr>
        <p:spPr>
          <a:xfrm>
            <a:off x="7773314" y="4898391"/>
            <a:ext cx="835762" cy="400507"/>
          </a:xfrm>
          <a:prstGeom prst="roundRect">
            <a:avLst>
              <a:gd name="adj" fmla="val 12557"/>
            </a:avLst>
          </a:prstGeom>
          <a:solidFill>
            <a:srgbClr val="FFFFFF"/>
          </a:solidFill>
          <a:ln w="19050">
            <a:solidFill>
              <a:srgbClr val="0070AD"/>
            </a:solidFill>
            <a:prstDash val="solid"/>
          </a:ln>
        </p:spPr>
        <p:txBody>
          <a:bodyPr/>
          <a:lstStyle/>
          <a:p>
            <a:endParaRPr lang="en-US"/>
          </a:p>
        </p:txBody>
      </p:sp>
      <p:sp>
        <p:nvSpPr>
          <p:cNvPr id="281" name="Text 132">
            <a:extLst>
              <a:ext uri="{FF2B5EF4-FFF2-40B4-BE49-F238E27FC236}">
                <a16:creationId xmlns:a16="http://schemas.microsoft.com/office/drawing/2014/main" id="{8E76B581-73DC-1CAA-AC98-8192CDBE82A1}"/>
              </a:ext>
            </a:extLst>
          </p:cNvPr>
          <p:cNvSpPr txBox="1"/>
          <p:nvPr/>
        </p:nvSpPr>
        <p:spPr>
          <a:xfrm>
            <a:off x="7804404" y="4916679"/>
            <a:ext cx="773582" cy="363931"/>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Reconcile</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events</a:t>
            </a:r>
            <a:endParaRPr lang="en-US" sz="855" dirty="0"/>
          </a:p>
        </p:txBody>
      </p:sp>
      <p:sp>
        <p:nvSpPr>
          <p:cNvPr id="283" name="Shape 133">
            <a:extLst>
              <a:ext uri="{FF2B5EF4-FFF2-40B4-BE49-F238E27FC236}">
                <a16:creationId xmlns:a16="http://schemas.microsoft.com/office/drawing/2014/main" id="{6440F0D0-B0BF-8783-0FE5-EEFC7D063C18}"/>
              </a:ext>
            </a:extLst>
          </p:cNvPr>
          <p:cNvSpPr/>
          <p:nvPr/>
        </p:nvSpPr>
        <p:spPr>
          <a:xfrm>
            <a:off x="8780069" y="4898391"/>
            <a:ext cx="767182" cy="400507"/>
          </a:xfrm>
          <a:prstGeom prst="roundRect">
            <a:avLst>
              <a:gd name="adj" fmla="val 12557"/>
            </a:avLst>
          </a:prstGeom>
          <a:solidFill>
            <a:srgbClr val="FFFFFF"/>
          </a:solidFill>
          <a:ln w="19050">
            <a:solidFill>
              <a:srgbClr val="0070AD"/>
            </a:solidFill>
            <a:prstDash val="solid"/>
          </a:ln>
        </p:spPr>
        <p:txBody>
          <a:bodyPr/>
          <a:lstStyle/>
          <a:p>
            <a:endParaRPr lang="en-US"/>
          </a:p>
        </p:txBody>
      </p:sp>
      <p:sp>
        <p:nvSpPr>
          <p:cNvPr id="285" name="Text 134">
            <a:extLst>
              <a:ext uri="{FF2B5EF4-FFF2-40B4-BE49-F238E27FC236}">
                <a16:creationId xmlns:a16="http://schemas.microsoft.com/office/drawing/2014/main" id="{605073D3-894A-D35A-3FD0-EF875A1C9005}"/>
              </a:ext>
            </a:extLst>
          </p:cNvPr>
          <p:cNvSpPr txBox="1"/>
          <p:nvPr/>
        </p:nvSpPr>
        <p:spPr>
          <a:xfrm>
            <a:off x="8811158" y="4916679"/>
            <a:ext cx="705002" cy="363931"/>
          </a:xfrm>
          <a:prstGeom prst="rect">
            <a:avLst/>
          </a:prstGeom>
          <a:noFill/>
          <a:ln/>
        </p:spPr>
        <p:txBody>
          <a:bodyPr wrap="square" lIns="0" tIns="0" rIns="0" bIns="0" rtlCol="0" anchor="ctr">
            <a:normAutofit/>
          </a:bodyPr>
          <a:lstStyle/>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Resolve with</a:t>
            </a:r>
            <a:endParaRPr lang="en-US" sz="855" dirty="0"/>
          </a:p>
          <a:p>
            <a:pPr marL="0" indent="0" algn="ctr">
              <a:lnSpc>
                <a:spcPct val="96000"/>
              </a:lnSpc>
              <a:buNone/>
            </a:pPr>
            <a:r>
              <a:rPr lang="en-US" sz="855" dirty="0">
                <a:solidFill>
                  <a:srgbClr val="2B0A3D"/>
                </a:solidFill>
                <a:latin typeface="Ubuntu" pitchFamily="34" charset="0"/>
                <a:ea typeface="Ubuntu" pitchFamily="34" charset="-122"/>
                <a:cs typeface="Ubuntu" pitchFamily="34" charset="-120"/>
              </a:rPr>
              <a:t>context</a:t>
            </a:r>
            <a:endParaRPr lang="en-US" sz="855" dirty="0"/>
          </a:p>
        </p:txBody>
      </p:sp>
      <p:sp>
        <p:nvSpPr>
          <p:cNvPr id="287" name="Text 135">
            <a:extLst>
              <a:ext uri="{FF2B5EF4-FFF2-40B4-BE49-F238E27FC236}">
                <a16:creationId xmlns:a16="http://schemas.microsoft.com/office/drawing/2014/main" id="{F6F00AC5-FFE2-C3B4-AC2C-31F94FCFD591}"/>
              </a:ext>
            </a:extLst>
          </p:cNvPr>
          <p:cNvSpPr txBox="1"/>
          <p:nvPr/>
        </p:nvSpPr>
        <p:spPr>
          <a:xfrm>
            <a:off x="2969971" y="5555845"/>
            <a:ext cx="6446520" cy="127102"/>
          </a:xfrm>
          <a:prstGeom prst="rect">
            <a:avLst/>
          </a:prstGeom>
          <a:noFill/>
          <a:ln/>
        </p:spPr>
        <p:txBody>
          <a:bodyPr wrap="square" lIns="0" tIns="0" rIns="0" bIns="0" rtlCol="0" anchor="ctr">
            <a:normAutofit/>
          </a:bodyPr>
          <a:lstStyle/>
          <a:p>
            <a:pPr marL="0" indent="0" algn="ctr">
              <a:lnSpc>
                <a:spcPct val="96000"/>
              </a:lnSpc>
              <a:buNone/>
            </a:pPr>
            <a:r>
              <a:rPr lang="en-US" sz="773" dirty="0">
                <a:solidFill>
                  <a:srgbClr val="71717E"/>
                </a:solidFill>
                <a:latin typeface="Ubuntu" pitchFamily="34" charset="0"/>
                <a:ea typeface="Ubuntu" pitchFamily="34" charset="-122"/>
                <a:cs typeface="Ubuntu" pitchFamily="34" charset="-120"/>
              </a:rPr>
              <a:t>Shared illustration. Scenario metrics vary. Highlighting shows time progression, not workflow execution.</a:t>
            </a:r>
            <a:endParaRPr lang="en-US" sz="773" dirty="0"/>
          </a:p>
        </p:txBody>
      </p:sp>
      <p:sp>
        <p:nvSpPr>
          <p:cNvPr id="289" name="Shape 136">
            <a:extLst>
              <a:ext uri="{FF2B5EF4-FFF2-40B4-BE49-F238E27FC236}">
                <a16:creationId xmlns:a16="http://schemas.microsoft.com/office/drawing/2014/main" id="{2B9E8E11-C92C-6672-4D7A-78874980F3DC}"/>
              </a:ext>
            </a:extLst>
          </p:cNvPr>
          <p:cNvSpPr/>
          <p:nvPr/>
        </p:nvSpPr>
        <p:spPr>
          <a:xfrm>
            <a:off x="9623146" y="3855975"/>
            <a:ext cx="128930" cy="0"/>
          </a:xfrm>
          <a:prstGeom prst="line">
            <a:avLst/>
          </a:prstGeom>
          <a:noFill/>
          <a:ln w="20320">
            <a:solidFill>
              <a:srgbClr val="0070AD"/>
            </a:solidFill>
            <a:prstDash val="solid"/>
            <a:headEnd type="none"/>
            <a:tailEnd type="triangle"/>
          </a:ln>
        </p:spPr>
        <p:txBody>
          <a:bodyPr/>
          <a:lstStyle/>
          <a:p>
            <a:endParaRPr lang="en-US"/>
          </a:p>
        </p:txBody>
      </p:sp>
      <p:sp>
        <p:nvSpPr>
          <p:cNvPr id="291" name="Shape 137">
            <a:extLst>
              <a:ext uri="{FF2B5EF4-FFF2-40B4-BE49-F238E27FC236}">
                <a16:creationId xmlns:a16="http://schemas.microsoft.com/office/drawing/2014/main" id="{CA1A655D-5D52-E567-79DB-27B4DAD9F0D5}"/>
              </a:ext>
            </a:extLst>
          </p:cNvPr>
          <p:cNvSpPr/>
          <p:nvPr/>
        </p:nvSpPr>
        <p:spPr>
          <a:xfrm>
            <a:off x="9768535" y="1684275"/>
            <a:ext cx="1946758" cy="3522269"/>
          </a:xfrm>
          <a:prstGeom prst="roundRect">
            <a:avLst>
              <a:gd name="adj" fmla="val 3382"/>
            </a:avLst>
          </a:prstGeom>
          <a:solidFill>
            <a:srgbClr val="2B0A3D"/>
          </a:solidFill>
          <a:ln w="12700">
            <a:solidFill>
              <a:srgbClr val="2B0A3D">
                <a:alpha val="0"/>
              </a:srgbClr>
            </a:solidFill>
            <a:prstDash val="solid"/>
          </a:ln>
        </p:spPr>
        <p:txBody>
          <a:bodyPr/>
          <a:lstStyle/>
          <a:p>
            <a:endParaRPr lang="en-US"/>
          </a:p>
        </p:txBody>
      </p:sp>
      <p:sp>
        <p:nvSpPr>
          <p:cNvPr id="293" name="Text 138">
            <a:extLst>
              <a:ext uri="{FF2B5EF4-FFF2-40B4-BE49-F238E27FC236}">
                <a16:creationId xmlns:a16="http://schemas.microsoft.com/office/drawing/2014/main" id="{549BC6BE-5E52-3123-178F-07412C760A18}"/>
              </a:ext>
            </a:extLst>
          </p:cNvPr>
          <p:cNvSpPr txBox="1"/>
          <p:nvPr/>
        </p:nvSpPr>
        <p:spPr>
          <a:xfrm>
            <a:off x="9923069" y="1845209"/>
            <a:ext cx="1637690" cy="413309"/>
          </a:xfrm>
          <a:prstGeom prst="rect">
            <a:avLst/>
          </a:prstGeom>
          <a:noFill/>
          <a:ln/>
        </p:spPr>
        <p:txBody>
          <a:bodyPr wrap="square" lIns="0" tIns="0" rIns="0" bIns="0" rtlCol="0" anchor="ctr">
            <a:normAutofit lnSpcReduction="10000"/>
          </a:bodyPr>
          <a:lstStyle/>
          <a:p>
            <a:pPr marL="0" indent="0" algn="ctr">
              <a:lnSpc>
                <a:spcPct val="96000"/>
              </a:lnSpc>
              <a:buNone/>
            </a:pPr>
            <a:r>
              <a:rPr lang="en-US" sz="1420" b="1" dirty="0">
                <a:solidFill>
                  <a:srgbClr val="FFFFFF"/>
                </a:solidFill>
                <a:latin typeface="Ubuntu" pitchFamily="34" charset="0"/>
                <a:ea typeface="Ubuntu" pitchFamily="34" charset="-122"/>
                <a:cs typeface="Ubuntu" pitchFamily="34" charset="-120"/>
              </a:rPr>
              <a:t>Explore</a:t>
            </a:r>
            <a:endParaRPr lang="en-US" sz="1420" dirty="0"/>
          </a:p>
          <a:p>
            <a:pPr marL="0" indent="0" algn="ctr">
              <a:lnSpc>
                <a:spcPct val="96000"/>
              </a:lnSpc>
              <a:buNone/>
            </a:pPr>
            <a:r>
              <a:rPr lang="en-US" sz="1420" b="1" dirty="0">
                <a:solidFill>
                  <a:srgbClr val="FFFFFF"/>
                </a:solidFill>
                <a:latin typeface="Ubuntu" pitchFamily="34" charset="0"/>
                <a:ea typeface="Ubuntu" pitchFamily="34" charset="-122"/>
                <a:cs typeface="Ubuntu" pitchFamily="34" charset="-120"/>
              </a:rPr>
              <a:t>business impact</a:t>
            </a:r>
            <a:endParaRPr lang="en-US" sz="1420" dirty="0"/>
          </a:p>
        </p:txBody>
      </p:sp>
      <p:sp>
        <p:nvSpPr>
          <p:cNvPr id="295" name="Shape 139">
            <a:extLst>
              <a:ext uri="{FF2B5EF4-FFF2-40B4-BE49-F238E27FC236}">
                <a16:creationId xmlns:a16="http://schemas.microsoft.com/office/drawing/2014/main" id="{42D53B59-6232-FFF5-FB67-937A7E522A6B}"/>
              </a:ext>
            </a:extLst>
          </p:cNvPr>
          <p:cNvSpPr/>
          <p:nvPr/>
        </p:nvSpPr>
        <p:spPr>
          <a:xfrm>
            <a:off x="10177272" y="2456943"/>
            <a:ext cx="230429" cy="230429"/>
          </a:xfrm>
          <a:prstGeom prst="ellipse">
            <a:avLst/>
          </a:prstGeom>
          <a:solidFill>
            <a:srgbClr val="2B0A3D"/>
          </a:solidFill>
          <a:ln w="16510">
            <a:solidFill>
              <a:srgbClr val="FFFFFF"/>
            </a:solidFill>
            <a:prstDash val="solid"/>
          </a:ln>
        </p:spPr>
        <p:txBody>
          <a:bodyPr/>
          <a:lstStyle/>
          <a:p>
            <a:endParaRPr lang="en-US"/>
          </a:p>
        </p:txBody>
      </p:sp>
      <p:sp>
        <p:nvSpPr>
          <p:cNvPr id="297" name="Shape 140">
            <a:extLst>
              <a:ext uri="{FF2B5EF4-FFF2-40B4-BE49-F238E27FC236}">
                <a16:creationId xmlns:a16="http://schemas.microsoft.com/office/drawing/2014/main" id="{DE7CD370-9E19-7E8D-CF82-E2E8A24B387B}"/>
              </a:ext>
            </a:extLst>
          </p:cNvPr>
          <p:cNvSpPr/>
          <p:nvPr/>
        </p:nvSpPr>
        <p:spPr>
          <a:xfrm>
            <a:off x="10292486" y="2474317"/>
            <a:ext cx="0" cy="83210"/>
          </a:xfrm>
          <a:prstGeom prst="line">
            <a:avLst/>
          </a:prstGeom>
          <a:noFill/>
          <a:ln w="17780">
            <a:solidFill>
              <a:srgbClr val="FFFFFF"/>
            </a:solidFill>
            <a:prstDash val="solid"/>
            <a:headEnd type="none"/>
          </a:ln>
        </p:spPr>
        <p:txBody>
          <a:bodyPr/>
          <a:lstStyle/>
          <a:p>
            <a:endParaRPr lang="en-US"/>
          </a:p>
        </p:txBody>
      </p:sp>
      <p:sp>
        <p:nvSpPr>
          <p:cNvPr id="299" name="Shape 141">
            <a:extLst>
              <a:ext uri="{FF2B5EF4-FFF2-40B4-BE49-F238E27FC236}">
                <a16:creationId xmlns:a16="http://schemas.microsoft.com/office/drawing/2014/main" id="{AD4C2D1E-69EE-E40F-0057-6FC277818096}"/>
              </a:ext>
            </a:extLst>
          </p:cNvPr>
          <p:cNvSpPr/>
          <p:nvPr/>
        </p:nvSpPr>
        <p:spPr>
          <a:xfrm>
            <a:off x="10293401" y="2553869"/>
            <a:ext cx="47549" cy="32918"/>
          </a:xfrm>
          <a:prstGeom prst="line">
            <a:avLst/>
          </a:prstGeom>
          <a:noFill/>
          <a:ln w="17780">
            <a:solidFill>
              <a:srgbClr val="FFFFFF"/>
            </a:solidFill>
            <a:prstDash val="solid"/>
            <a:headEnd type="none"/>
          </a:ln>
        </p:spPr>
        <p:txBody>
          <a:bodyPr/>
          <a:lstStyle/>
          <a:p>
            <a:endParaRPr lang="en-US"/>
          </a:p>
        </p:txBody>
      </p:sp>
      <p:sp>
        <p:nvSpPr>
          <p:cNvPr id="301" name="Shape 142">
            <a:extLst>
              <a:ext uri="{FF2B5EF4-FFF2-40B4-BE49-F238E27FC236}">
                <a16:creationId xmlns:a16="http://schemas.microsoft.com/office/drawing/2014/main" id="{DD0BCDFD-8C3C-22D0-FEE9-3B024299C5BF}"/>
              </a:ext>
            </a:extLst>
          </p:cNvPr>
          <p:cNvSpPr/>
          <p:nvPr/>
        </p:nvSpPr>
        <p:spPr>
          <a:xfrm>
            <a:off x="10241280" y="2419453"/>
            <a:ext cx="103327" cy="0"/>
          </a:xfrm>
          <a:prstGeom prst="line">
            <a:avLst/>
          </a:prstGeom>
          <a:noFill/>
          <a:ln w="15240">
            <a:solidFill>
              <a:srgbClr val="FFFFFF"/>
            </a:solidFill>
            <a:prstDash val="solid"/>
            <a:headEnd type="none"/>
          </a:ln>
        </p:spPr>
        <p:txBody>
          <a:bodyPr/>
          <a:lstStyle/>
          <a:p>
            <a:endParaRPr lang="en-US"/>
          </a:p>
        </p:txBody>
      </p:sp>
      <p:sp>
        <p:nvSpPr>
          <p:cNvPr id="303" name="Shape 143">
            <a:extLst>
              <a:ext uri="{FF2B5EF4-FFF2-40B4-BE49-F238E27FC236}">
                <a16:creationId xmlns:a16="http://schemas.microsoft.com/office/drawing/2014/main" id="{6C364B54-FC32-6CA5-4844-58265D5A77B9}"/>
              </a:ext>
            </a:extLst>
          </p:cNvPr>
          <p:cNvSpPr/>
          <p:nvPr/>
        </p:nvSpPr>
        <p:spPr>
          <a:xfrm>
            <a:off x="10292486" y="2418538"/>
            <a:ext cx="0" cy="29261"/>
          </a:xfrm>
          <a:prstGeom prst="line">
            <a:avLst/>
          </a:prstGeom>
          <a:noFill/>
          <a:ln w="15240">
            <a:solidFill>
              <a:srgbClr val="FFFFFF"/>
            </a:solidFill>
            <a:prstDash val="solid"/>
            <a:headEnd type="none"/>
          </a:ln>
        </p:spPr>
        <p:txBody>
          <a:bodyPr/>
          <a:lstStyle/>
          <a:p>
            <a:endParaRPr lang="en-US"/>
          </a:p>
        </p:txBody>
      </p:sp>
      <p:sp>
        <p:nvSpPr>
          <p:cNvPr id="305" name="Shape 144">
            <a:extLst>
              <a:ext uri="{FF2B5EF4-FFF2-40B4-BE49-F238E27FC236}">
                <a16:creationId xmlns:a16="http://schemas.microsoft.com/office/drawing/2014/main" id="{25F3ECED-4299-0198-FAA6-DE2D1B8E043E}"/>
              </a:ext>
            </a:extLst>
          </p:cNvPr>
          <p:cNvSpPr/>
          <p:nvPr/>
        </p:nvSpPr>
        <p:spPr>
          <a:xfrm>
            <a:off x="11046866" y="2463344"/>
            <a:ext cx="100584" cy="100584"/>
          </a:xfrm>
          <a:prstGeom prst="ellipse">
            <a:avLst/>
          </a:prstGeom>
          <a:solidFill>
            <a:srgbClr val="2B0A3D"/>
          </a:solidFill>
          <a:ln w="14605">
            <a:solidFill>
              <a:srgbClr val="FFFFFF"/>
            </a:solidFill>
            <a:prstDash val="solid"/>
          </a:ln>
        </p:spPr>
        <p:txBody>
          <a:bodyPr/>
          <a:lstStyle/>
          <a:p>
            <a:endParaRPr lang="en-US"/>
          </a:p>
        </p:txBody>
      </p:sp>
      <p:sp>
        <p:nvSpPr>
          <p:cNvPr id="307" name="Shape 145">
            <a:extLst>
              <a:ext uri="{FF2B5EF4-FFF2-40B4-BE49-F238E27FC236}">
                <a16:creationId xmlns:a16="http://schemas.microsoft.com/office/drawing/2014/main" id="{488A7D38-A9AD-8E87-03C2-7A1B549058FD}"/>
              </a:ext>
            </a:extLst>
          </p:cNvPr>
          <p:cNvSpPr/>
          <p:nvPr/>
        </p:nvSpPr>
        <p:spPr>
          <a:xfrm>
            <a:off x="11165738" y="2499005"/>
            <a:ext cx="68580" cy="68580"/>
          </a:xfrm>
          <a:prstGeom prst="ellipse">
            <a:avLst/>
          </a:prstGeom>
          <a:solidFill>
            <a:srgbClr val="2B0A3D"/>
          </a:solidFill>
          <a:ln w="14605">
            <a:solidFill>
              <a:srgbClr val="FFFFFF"/>
            </a:solidFill>
            <a:prstDash val="solid"/>
          </a:ln>
        </p:spPr>
        <p:txBody>
          <a:bodyPr/>
          <a:lstStyle/>
          <a:p>
            <a:endParaRPr lang="en-US"/>
          </a:p>
        </p:txBody>
      </p:sp>
      <p:sp>
        <p:nvSpPr>
          <p:cNvPr id="309" name="Shape 146">
            <a:extLst>
              <a:ext uri="{FF2B5EF4-FFF2-40B4-BE49-F238E27FC236}">
                <a16:creationId xmlns:a16="http://schemas.microsoft.com/office/drawing/2014/main" id="{5A8FD83B-1A94-3265-5E96-352786C552E4}"/>
              </a:ext>
            </a:extLst>
          </p:cNvPr>
          <p:cNvSpPr/>
          <p:nvPr/>
        </p:nvSpPr>
        <p:spPr>
          <a:xfrm>
            <a:off x="10991088" y="2629765"/>
            <a:ext cx="0" cy="0"/>
          </a:xfrm>
          <a:prstGeom prst="line">
            <a:avLst/>
          </a:prstGeom>
          <a:noFill/>
          <a:ln w="18415">
            <a:solidFill>
              <a:srgbClr val="FFFFFF"/>
            </a:solidFill>
            <a:prstDash val="solid"/>
            <a:headEnd type="none"/>
          </a:ln>
        </p:spPr>
        <p:txBody>
          <a:bodyPr/>
          <a:lstStyle/>
          <a:p>
            <a:endParaRPr lang="en-US"/>
          </a:p>
        </p:txBody>
      </p:sp>
      <p:sp>
        <p:nvSpPr>
          <p:cNvPr id="311" name="Shape 147">
            <a:extLst>
              <a:ext uri="{FF2B5EF4-FFF2-40B4-BE49-F238E27FC236}">
                <a16:creationId xmlns:a16="http://schemas.microsoft.com/office/drawing/2014/main" id="{B7C35CEB-89B3-3691-8BE3-084D17161F59}"/>
              </a:ext>
            </a:extLst>
          </p:cNvPr>
          <p:cNvSpPr/>
          <p:nvPr/>
        </p:nvSpPr>
        <p:spPr>
          <a:xfrm>
            <a:off x="10991088" y="2595017"/>
            <a:ext cx="42062" cy="0"/>
          </a:xfrm>
          <a:prstGeom prst="line">
            <a:avLst/>
          </a:prstGeom>
          <a:noFill/>
          <a:ln w="18415">
            <a:solidFill>
              <a:srgbClr val="FFFFFF"/>
            </a:solidFill>
            <a:prstDash val="solid"/>
            <a:headEnd type="none"/>
          </a:ln>
        </p:spPr>
        <p:txBody>
          <a:bodyPr/>
          <a:lstStyle/>
          <a:p>
            <a:endParaRPr lang="en-US"/>
          </a:p>
        </p:txBody>
      </p:sp>
      <p:sp>
        <p:nvSpPr>
          <p:cNvPr id="313" name="Shape 148">
            <a:extLst>
              <a:ext uri="{FF2B5EF4-FFF2-40B4-BE49-F238E27FC236}">
                <a16:creationId xmlns:a16="http://schemas.microsoft.com/office/drawing/2014/main" id="{B78FE9FD-AB1F-F1BF-B352-4FC6C19FC9B3}"/>
              </a:ext>
            </a:extLst>
          </p:cNvPr>
          <p:cNvSpPr/>
          <p:nvPr/>
        </p:nvSpPr>
        <p:spPr>
          <a:xfrm>
            <a:off x="11033150" y="2564842"/>
            <a:ext cx="122530" cy="0"/>
          </a:xfrm>
          <a:prstGeom prst="line">
            <a:avLst/>
          </a:prstGeom>
          <a:noFill/>
          <a:ln w="18415">
            <a:solidFill>
              <a:srgbClr val="FFFFFF"/>
            </a:solidFill>
            <a:prstDash val="solid"/>
            <a:headEnd type="none"/>
          </a:ln>
        </p:spPr>
        <p:txBody>
          <a:bodyPr/>
          <a:lstStyle/>
          <a:p>
            <a:endParaRPr lang="en-US"/>
          </a:p>
        </p:txBody>
      </p:sp>
      <p:sp>
        <p:nvSpPr>
          <p:cNvPr id="315" name="Shape 149">
            <a:extLst>
              <a:ext uri="{FF2B5EF4-FFF2-40B4-BE49-F238E27FC236}">
                <a16:creationId xmlns:a16="http://schemas.microsoft.com/office/drawing/2014/main" id="{2EA71AC6-E3F1-9C7D-C784-B445655F2069}"/>
              </a:ext>
            </a:extLst>
          </p:cNvPr>
          <p:cNvSpPr/>
          <p:nvPr/>
        </p:nvSpPr>
        <p:spPr>
          <a:xfrm>
            <a:off x="11155680" y="2564842"/>
            <a:ext cx="42977" cy="39319"/>
          </a:xfrm>
          <a:prstGeom prst="line">
            <a:avLst/>
          </a:prstGeom>
          <a:noFill/>
          <a:ln w="18415">
            <a:solidFill>
              <a:srgbClr val="FFFFFF"/>
            </a:solidFill>
            <a:prstDash val="solid"/>
            <a:headEnd type="none"/>
          </a:ln>
        </p:spPr>
        <p:txBody>
          <a:bodyPr/>
          <a:lstStyle/>
          <a:p>
            <a:endParaRPr lang="en-US"/>
          </a:p>
        </p:txBody>
      </p:sp>
      <p:sp>
        <p:nvSpPr>
          <p:cNvPr id="317" name="Shape 150">
            <a:extLst>
              <a:ext uri="{FF2B5EF4-FFF2-40B4-BE49-F238E27FC236}">
                <a16:creationId xmlns:a16="http://schemas.microsoft.com/office/drawing/2014/main" id="{ABF254EC-7F33-CFE4-20BB-5C7F44CD9EDE}"/>
              </a:ext>
            </a:extLst>
          </p:cNvPr>
          <p:cNvSpPr/>
          <p:nvPr/>
        </p:nvSpPr>
        <p:spPr>
          <a:xfrm>
            <a:off x="11198657" y="2604161"/>
            <a:ext cx="0" cy="30175"/>
          </a:xfrm>
          <a:prstGeom prst="line">
            <a:avLst/>
          </a:prstGeom>
          <a:noFill/>
          <a:ln w="18415">
            <a:solidFill>
              <a:srgbClr val="FFFFFF"/>
            </a:solidFill>
            <a:prstDash val="solid"/>
            <a:headEnd type="none"/>
          </a:ln>
        </p:spPr>
        <p:txBody>
          <a:bodyPr/>
          <a:lstStyle/>
          <a:p>
            <a:endParaRPr lang="en-US"/>
          </a:p>
        </p:txBody>
      </p:sp>
      <p:sp>
        <p:nvSpPr>
          <p:cNvPr id="319" name="Text 151">
            <a:extLst>
              <a:ext uri="{FF2B5EF4-FFF2-40B4-BE49-F238E27FC236}">
                <a16:creationId xmlns:a16="http://schemas.microsoft.com/office/drawing/2014/main" id="{56B272A6-1A44-2270-51B4-1DD419C646C9}"/>
              </a:ext>
            </a:extLst>
          </p:cNvPr>
          <p:cNvSpPr txBox="1"/>
          <p:nvPr/>
        </p:nvSpPr>
        <p:spPr>
          <a:xfrm>
            <a:off x="9972446" y="2764181"/>
            <a:ext cx="777240" cy="321869"/>
          </a:xfrm>
          <a:prstGeom prst="rect">
            <a:avLst/>
          </a:prstGeom>
          <a:noFill/>
          <a:ln/>
        </p:spPr>
        <p:txBody>
          <a:bodyPr wrap="square" lIns="0" tIns="0" rIns="0" bIns="0" rtlCol="0" anchor="ctr">
            <a:normAutofit/>
          </a:bodyPr>
          <a:lstStyle/>
          <a:p>
            <a:pPr marL="0" indent="0" algn="ctr">
              <a:lnSpc>
                <a:spcPct val="96000"/>
              </a:lnSpc>
              <a:buNone/>
            </a:pPr>
            <a:r>
              <a:rPr lang="en-US" sz="930" dirty="0">
                <a:solidFill>
                  <a:srgbClr val="FFFFFF"/>
                </a:solidFill>
                <a:latin typeface="Ubuntu" pitchFamily="34" charset="0"/>
                <a:ea typeface="Ubuntu" pitchFamily="34" charset="-122"/>
                <a:cs typeface="Ubuntu" pitchFamily="34" charset="-120"/>
              </a:rPr>
              <a:t>Cycle</a:t>
            </a:r>
            <a:endParaRPr lang="en-US" sz="930" dirty="0"/>
          </a:p>
          <a:p>
            <a:pPr marL="0" indent="0" algn="ctr">
              <a:lnSpc>
                <a:spcPct val="96000"/>
              </a:lnSpc>
              <a:buNone/>
            </a:pPr>
            <a:r>
              <a:rPr lang="en-US" sz="930" dirty="0">
                <a:solidFill>
                  <a:srgbClr val="FFFFFF"/>
                </a:solidFill>
                <a:latin typeface="Ubuntu" pitchFamily="34" charset="0"/>
                <a:ea typeface="Ubuntu" pitchFamily="34" charset="-122"/>
                <a:cs typeface="Ubuntu" pitchFamily="34" charset="-120"/>
              </a:rPr>
              <a:t>time</a:t>
            </a:r>
            <a:endParaRPr lang="en-US" sz="930" dirty="0"/>
          </a:p>
        </p:txBody>
      </p:sp>
      <p:sp>
        <p:nvSpPr>
          <p:cNvPr id="321" name="Text 152">
            <a:extLst>
              <a:ext uri="{FF2B5EF4-FFF2-40B4-BE49-F238E27FC236}">
                <a16:creationId xmlns:a16="http://schemas.microsoft.com/office/drawing/2014/main" id="{B1A4B4AB-ADD2-DBE9-2A61-838DA6ED76E3}"/>
              </a:ext>
            </a:extLst>
          </p:cNvPr>
          <p:cNvSpPr txBox="1"/>
          <p:nvPr/>
        </p:nvSpPr>
        <p:spPr>
          <a:xfrm>
            <a:off x="10766146" y="2764181"/>
            <a:ext cx="780898" cy="321869"/>
          </a:xfrm>
          <a:prstGeom prst="rect">
            <a:avLst/>
          </a:prstGeom>
          <a:noFill/>
          <a:ln/>
        </p:spPr>
        <p:txBody>
          <a:bodyPr wrap="square" lIns="0" tIns="0" rIns="0" bIns="0" rtlCol="0" anchor="ctr">
            <a:normAutofit/>
          </a:bodyPr>
          <a:lstStyle/>
          <a:p>
            <a:pPr marL="0" indent="0" algn="ctr">
              <a:lnSpc>
                <a:spcPct val="96000"/>
              </a:lnSpc>
              <a:buNone/>
            </a:pPr>
            <a:r>
              <a:rPr lang="en-US" sz="930" dirty="0">
                <a:solidFill>
                  <a:srgbClr val="FFFFFF"/>
                </a:solidFill>
                <a:latin typeface="Ubuntu" pitchFamily="34" charset="0"/>
                <a:ea typeface="Ubuntu" pitchFamily="34" charset="-122"/>
                <a:cs typeface="Ubuntu" pitchFamily="34" charset="-120"/>
              </a:rPr>
              <a:t>Human</a:t>
            </a:r>
            <a:endParaRPr lang="en-US" sz="930" dirty="0"/>
          </a:p>
          <a:p>
            <a:pPr marL="0" indent="0" algn="ctr">
              <a:lnSpc>
                <a:spcPct val="96000"/>
              </a:lnSpc>
              <a:buNone/>
            </a:pPr>
            <a:r>
              <a:rPr lang="en-US" sz="930" dirty="0">
                <a:solidFill>
                  <a:srgbClr val="FFFFFF"/>
                </a:solidFill>
                <a:latin typeface="Ubuntu" pitchFamily="34" charset="0"/>
                <a:ea typeface="Ubuntu" pitchFamily="34" charset="-122"/>
                <a:cs typeface="Ubuntu" pitchFamily="34" charset="-120"/>
              </a:rPr>
              <a:t>effort</a:t>
            </a:r>
            <a:endParaRPr lang="en-US" sz="930" dirty="0"/>
          </a:p>
        </p:txBody>
      </p:sp>
      <p:sp>
        <p:nvSpPr>
          <p:cNvPr id="323" name="Shape 153">
            <a:extLst>
              <a:ext uri="{FF2B5EF4-FFF2-40B4-BE49-F238E27FC236}">
                <a16:creationId xmlns:a16="http://schemas.microsoft.com/office/drawing/2014/main" id="{0F6BB0DB-E53F-64A0-FA6D-62D919E69BB5}"/>
              </a:ext>
            </a:extLst>
          </p:cNvPr>
          <p:cNvSpPr/>
          <p:nvPr/>
        </p:nvSpPr>
        <p:spPr>
          <a:xfrm>
            <a:off x="10175443" y="3265273"/>
            <a:ext cx="259690" cy="192024"/>
          </a:xfrm>
          <a:prstGeom prst="roundRect">
            <a:avLst>
              <a:gd name="adj" fmla="val 14286"/>
            </a:avLst>
          </a:prstGeom>
          <a:solidFill>
            <a:srgbClr val="2B0A3D"/>
          </a:solidFill>
          <a:ln w="12700">
            <a:solidFill>
              <a:srgbClr val="FFFFFF"/>
            </a:solidFill>
            <a:prstDash val="solid"/>
          </a:ln>
        </p:spPr>
        <p:txBody>
          <a:bodyPr/>
          <a:lstStyle/>
          <a:p>
            <a:endParaRPr lang="en-US"/>
          </a:p>
        </p:txBody>
      </p:sp>
      <p:sp>
        <p:nvSpPr>
          <p:cNvPr id="325" name="Text 154">
            <a:extLst>
              <a:ext uri="{FF2B5EF4-FFF2-40B4-BE49-F238E27FC236}">
                <a16:creationId xmlns:a16="http://schemas.microsoft.com/office/drawing/2014/main" id="{89587E2E-A956-D65F-20B6-97AF82125C7D}"/>
              </a:ext>
            </a:extLst>
          </p:cNvPr>
          <p:cNvSpPr txBox="1"/>
          <p:nvPr/>
        </p:nvSpPr>
        <p:spPr>
          <a:xfrm>
            <a:off x="10210190" y="3265273"/>
            <a:ext cx="164592" cy="187452"/>
          </a:xfrm>
          <a:prstGeom prst="rect">
            <a:avLst/>
          </a:prstGeom>
          <a:noFill/>
          <a:ln/>
        </p:spPr>
        <p:txBody>
          <a:bodyPr wrap="square" lIns="0" tIns="0" rIns="0" bIns="0" rtlCol="0" anchor="ctr">
            <a:normAutofit/>
          </a:bodyPr>
          <a:lstStyle/>
          <a:p>
            <a:pPr marL="0" indent="0" algn="ctr">
              <a:lnSpc>
                <a:spcPct val="96000"/>
              </a:lnSpc>
              <a:buNone/>
            </a:pPr>
            <a:r>
              <a:rPr lang="en-US" sz="1280" b="1" dirty="0">
                <a:solidFill>
                  <a:srgbClr val="FFFFFF"/>
                </a:solidFill>
                <a:latin typeface="Ubuntu" pitchFamily="34" charset="0"/>
                <a:ea typeface="Ubuntu" pitchFamily="34" charset="-122"/>
                <a:cs typeface="Ubuntu" pitchFamily="34" charset="-120"/>
              </a:rPr>
              <a:t>$</a:t>
            </a:r>
            <a:endParaRPr lang="en-US" sz="1280" dirty="0"/>
          </a:p>
        </p:txBody>
      </p:sp>
      <p:sp>
        <p:nvSpPr>
          <p:cNvPr id="327" name="Shape 155">
            <a:extLst>
              <a:ext uri="{FF2B5EF4-FFF2-40B4-BE49-F238E27FC236}">
                <a16:creationId xmlns:a16="http://schemas.microsoft.com/office/drawing/2014/main" id="{00360336-33B0-5F42-E58B-8D32E5A8A602}"/>
              </a:ext>
            </a:extLst>
          </p:cNvPr>
          <p:cNvSpPr/>
          <p:nvPr/>
        </p:nvSpPr>
        <p:spPr>
          <a:xfrm>
            <a:off x="11041380" y="3246070"/>
            <a:ext cx="262433" cy="262433"/>
          </a:xfrm>
          <a:prstGeom prst="ellipse">
            <a:avLst/>
          </a:prstGeom>
          <a:solidFill>
            <a:srgbClr val="2B0A3D"/>
          </a:solidFill>
          <a:ln w="15875">
            <a:solidFill>
              <a:srgbClr val="FFFFFF"/>
            </a:solidFill>
            <a:prstDash val="solid"/>
          </a:ln>
        </p:spPr>
        <p:txBody>
          <a:bodyPr/>
          <a:lstStyle/>
          <a:p>
            <a:endParaRPr lang="en-US"/>
          </a:p>
        </p:txBody>
      </p:sp>
      <p:sp>
        <p:nvSpPr>
          <p:cNvPr id="329" name="Shape 156">
            <a:extLst>
              <a:ext uri="{FF2B5EF4-FFF2-40B4-BE49-F238E27FC236}">
                <a16:creationId xmlns:a16="http://schemas.microsoft.com/office/drawing/2014/main" id="{A84A8C1A-FB39-5A3A-B124-E22A9DDAB204}"/>
              </a:ext>
            </a:extLst>
          </p:cNvPr>
          <p:cNvSpPr/>
          <p:nvPr/>
        </p:nvSpPr>
        <p:spPr>
          <a:xfrm>
            <a:off x="10987430" y="3235097"/>
            <a:ext cx="169164" cy="78638"/>
          </a:xfrm>
          <a:prstGeom prst="rect">
            <a:avLst/>
          </a:prstGeom>
          <a:solidFill>
            <a:srgbClr val="2B0A3D"/>
          </a:solidFill>
          <a:ln w="12700">
            <a:solidFill>
              <a:srgbClr val="2B0A3D">
                <a:alpha val="0"/>
              </a:srgbClr>
            </a:solidFill>
            <a:prstDash val="solid"/>
          </a:ln>
        </p:spPr>
        <p:txBody>
          <a:bodyPr/>
          <a:lstStyle/>
          <a:p>
            <a:endParaRPr lang="en-US"/>
          </a:p>
        </p:txBody>
      </p:sp>
      <p:sp>
        <p:nvSpPr>
          <p:cNvPr id="331" name="Shape 157">
            <a:extLst>
              <a:ext uri="{FF2B5EF4-FFF2-40B4-BE49-F238E27FC236}">
                <a16:creationId xmlns:a16="http://schemas.microsoft.com/office/drawing/2014/main" id="{F177AB33-8523-320A-AECD-DD1960DDB167}"/>
              </a:ext>
            </a:extLst>
          </p:cNvPr>
          <p:cNvSpPr/>
          <p:nvPr/>
        </p:nvSpPr>
        <p:spPr>
          <a:xfrm>
            <a:off x="10980115" y="3282646"/>
            <a:ext cx="182880" cy="0"/>
          </a:xfrm>
          <a:prstGeom prst="line">
            <a:avLst/>
          </a:prstGeom>
          <a:noFill/>
          <a:ln w="12700">
            <a:solidFill>
              <a:srgbClr val="FFFFFF"/>
            </a:solidFill>
            <a:prstDash val="solid"/>
            <a:headEnd type="none"/>
            <a:tailEnd type="triangle"/>
          </a:ln>
        </p:spPr>
        <p:txBody>
          <a:bodyPr/>
          <a:lstStyle/>
          <a:p>
            <a:endParaRPr lang="en-US"/>
          </a:p>
        </p:txBody>
      </p:sp>
      <p:sp>
        <p:nvSpPr>
          <p:cNvPr id="333" name="Text 158">
            <a:extLst>
              <a:ext uri="{FF2B5EF4-FFF2-40B4-BE49-F238E27FC236}">
                <a16:creationId xmlns:a16="http://schemas.microsoft.com/office/drawing/2014/main" id="{0AB90631-3B1B-A44A-1F69-9647827327C1}"/>
              </a:ext>
            </a:extLst>
          </p:cNvPr>
          <p:cNvSpPr txBox="1"/>
          <p:nvPr/>
        </p:nvSpPr>
        <p:spPr>
          <a:xfrm>
            <a:off x="9968789" y="3559709"/>
            <a:ext cx="779069" cy="321869"/>
          </a:xfrm>
          <a:prstGeom prst="rect">
            <a:avLst/>
          </a:prstGeom>
          <a:noFill/>
          <a:ln/>
        </p:spPr>
        <p:txBody>
          <a:bodyPr wrap="square" lIns="0" tIns="0" rIns="0" bIns="0" rtlCol="0" anchor="ctr">
            <a:normAutofit/>
          </a:bodyPr>
          <a:lstStyle/>
          <a:p>
            <a:pPr marL="0" indent="0" algn="ctr">
              <a:lnSpc>
                <a:spcPct val="96000"/>
              </a:lnSpc>
              <a:buNone/>
            </a:pPr>
            <a:r>
              <a:rPr lang="en-US" sz="920" dirty="0">
                <a:solidFill>
                  <a:srgbClr val="FFFFFF"/>
                </a:solidFill>
                <a:latin typeface="Ubuntu" pitchFamily="34" charset="0"/>
                <a:ea typeface="Ubuntu" pitchFamily="34" charset="-122"/>
                <a:cs typeface="Ubuntu" pitchFamily="34" charset="-120"/>
              </a:rPr>
              <a:t>Operating</a:t>
            </a:r>
            <a:endParaRPr lang="en-US" sz="920" dirty="0"/>
          </a:p>
          <a:p>
            <a:pPr marL="0" indent="0" algn="ctr">
              <a:lnSpc>
                <a:spcPct val="96000"/>
              </a:lnSpc>
              <a:buNone/>
            </a:pPr>
            <a:r>
              <a:rPr lang="en-US" sz="920" dirty="0">
                <a:solidFill>
                  <a:srgbClr val="FFFFFF"/>
                </a:solidFill>
                <a:latin typeface="Ubuntu" pitchFamily="34" charset="0"/>
                <a:ea typeface="Ubuntu" pitchFamily="34" charset="-122"/>
                <a:cs typeface="Ubuntu" pitchFamily="34" charset="-120"/>
              </a:rPr>
              <a:t>cost</a:t>
            </a:r>
            <a:endParaRPr lang="en-US" sz="920" dirty="0"/>
          </a:p>
        </p:txBody>
      </p:sp>
      <p:sp>
        <p:nvSpPr>
          <p:cNvPr id="335" name="Text 159">
            <a:extLst>
              <a:ext uri="{FF2B5EF4-FFF2-40B4-BE49-F238E27FC236}">
                <a16:creationId xmlns:a16="http://schemas.microsoft.com/office/drawing/2014/main" id="{575530A4-AA6A-EC20-828A-C69BE468668A}"/>
              </a:ext>
            </a:extLst>
          </p:cNvPr>
          <p:cNvSpPr txBox="1"/>
          <p:nvPr/>
        </p:nvSpPr>
        <p:spPr>
          <a:xfrm>
            <a:off x="10735056" y="3559709"/>
            <a:ext cx="868680" cy="321869"/>
          </a:xfrm>
          <a:prstGeom prst="rect">
            <a:avLst/>
          </a:prstGeom>
          <a:noFill/>
          <a:ln/>
        </p:spPr>
        <p:txBody>
          <a:bodyPr wrap="square" lIns="0" tIns="0" rIns="0" bIns="0" rtlCol="0" anchor="ctr">
            <a:normAutofit/>
          </a:bodyPr>
          <a:lstStyle/>
          <a:p>
            <a:pPr marL="0" indent="0" algn="ctr">
              <a:lnSpc>
                <a:spcPct val="96000"/>
              </a:lnSpc>
              <a:buNone/>
            </a:pPr>
            <a:r>
              <a:rPr lang="en-US" sz="905" dirty="0">
                <a:solidFill>
                  <a:srgbClr val="FFFFFF"/>
                </a:solidFill>
                <a:latin typeface="Ubuntu" pitchFamily="34" charset="0"/>
                <a:ea typeface="Ubuntu" pitchFamily="34" charset="-122"/>
                <a:cs typeface="Ubuntu" pitchFamily="34" charset="-120"/>
              </a:rPr>
              <a:t>Redeployable</a:t>
            </a:r>
            <a:endParaRPr lang="en-US" sz="905" dirty="0"/>
          </a:p>
          <a:p>
            <a:pPr marL="0" indent="0" algn="ctr">
              <a:lnSpc>
                <a:spcPct val="96000"/>
              </a:lnSpc>
              <a:buNone/>
            </a:pPr>
            <a:r>
              <a:rPr lang="en-US" sz="905" dirty="0">
                <a:solidFill>
                  <a:srgbClr val="FFFFFF"/>
                </a:solidFill>
                <a:latin typeface="Ubuntu" pitchFamily="34" charset="0"/>
                <a:ea typeface="Ubuntu" pitchFamily="34" charset="-122"/>
                <a:cs typeface="Ubuntu" pitchFamily="34" charset="-120"/>
              </a:rPr>
              <a:t>capacity</a:t>
            </a:r>
            <a:endParaRPr lang="en-US" sz="905" dirty="0"/>
          </a:p>
        </p:txBody>
      </p:sp>
      <p:sp>
        <p:nvSpPr>
          <p:cNvPr id="337" name="Shape 160">
            <a:extLst>
              <a:ext uri="{FF2B5EF4-FFF2-40B4-BE49-F238E27FC236}">
                <a16:creationId xmlns:a16="http://schemas.microsoft.com/office/drawing/2014/main" id="{79C3B62C-5664-4D02-81AA-8F4218074C76}"/>
              </a:ext>
            </a:extLst>
          </p:cNvPr>
          <p:cNvSpPr/>
          <p:nvPr/>
        </p:nvSpPr>
        <p:spPr>
          <a:xfrm>
            <a:off x="9941357" y="3986734"/>
            <a:ext cx="1603858" cy="0"/>
          </a:xfrm>
          <a:prstGeom prst="line">
            <a:avLst/>
          </a:prstGeom>
          <a:noFill/>
          <a:ln w="9525">
            <a:solidFill>
              <a:srgbClr val="44195C"/>
            </a:solidFill>
            <a:prstDash val="solid"/>
            <a:headEnd type="none"/>
          </a:ln>
        </p:spPr>
        <p:txBody>
          <a:bodyPr/>
          <a:lstStyle/>
          <a:p>
            <a:endParaRPr lang="en-US"/>
          </a:p>
        </p:txBody>
      </p:sp>
      <p:sp>
        <p:nvSpPr>
          <p:cNvPr id="339" name="Text 161">
            <a:extLst>
              <a:ext uri="{FF2B5EF4-FFF2-40B4-BE49-F238E27FC236}">
                <a16:creationId xmlns:a16="http://schemas.microsoft.com/office/drawing/2014/main" id="{7E7C99AC-C7F1-1C48-EC6D-6CA6D1248723}"/>
              </a:ext>
            </a:extLst>
          </p:cNvPr>
          <p:cNvSpPr txBox="1"/>
          <p:nvPr/>
        </p:nvSpPr>
        <p:spPr>
          <a:xfrm>
            <a:off x="9946843" y="4076345"/>
            <a:ext cx="1593799" cy="127102"/>
          </a:xfrm>
          <a:prstGeom prst="rect">
            <a:avLst/>
          </a:prstGeom>
          <a:noFill/>
          <a:ln/>
        </p:spPr>
        <p:txBody>
          <a:bodyPr wrap="square" lIns="0" tIns="0" rIns="0" bIns="0" rtlCol="0" anchor="ctr">
            <a:normAutofit fontScale="92500"/>
          </a:bodyPr>
          <a:lstStyle/>
          <a:p>
            <a:pPr marL="0" indent="0" algn="ctr">
              <a:lnSpc>
                <a:spcPct val="96000"/>
              </a:lnSpc>
              <a:buNone/>
            </a:pPr>
            <a:r>
              <a:rPr lang="en-US" sz="805" b="1" dirty="0">
                <a:solidFill>
                  <a:srgbClr val="FFFFFF"/>
                </a:solidFill>
                <a:latin typeface="Ubuntu" pitchFamily="34" charset="0"/>
                <a:ea typeface="Ubuntu" pitchFamily="34" charset="-122"/>
                <a:cs typeface="Ubuntu" pitchFamily="34" charset="-120"/>
              </a:rPr>
              <a:t>COMPARE MODELED OUTCOMES</a:t>
            </a:r>
            <a:endParaRPr lang="en-US" sz="805" dirty="0"/>
          </a:p>
        </p:txBody>
      </p:sp>
      <p:sp>
        <p:nvSpPr>
          <p:cNvPr id="341" name="Shape 162">
            <a:extLst>
              <a:ext uri="{FF2B5EF4-FFF2-40B4-BE49-F238E27FC236}">
                <a16:creationId xmlns:a16="http://schemas.microsoft.com/office/drawing/2014/main" id="{6207F21D-FCB8-C4EE-83A5-58D657E07F24}"/>
              </a:ext>
            </a:extLst>
          </p:cNvPr>
          <p:cNvSpPr/>
          <p:nvPr/>
        </p:nvSpPr>
        <p:spPr>
          <a:xfrm>
            <a:off x="9953244" y="4233622"/>
            <a:ext cx="1577340" cy="0"/>
          </a:xfrm>
          <a:prstGeom prst="line">
            <a:avLst/>
          </a:prstGeom>
          <a:noFill/>
          <a:ln w="8255">
            <a:solidFill>
              <a:srgbClr val="69477B"/>
            </a:solidFill>
            <a:prstDash val="solid"/>
            <a:headEnd type="none"/>
          </a:ln>
        </p:spPr>
        <p:txBody>
          <a:bodyPr/>
          <a:lstStyle/>
          <a:p>
            <a:endParaRPr lang="en-US"/>
          </a:p>
        </p:txBody>
      </p:sp>
      <p:sp>
        <p:nvSpPr>
          <p:cNvPr id="343" name="Text 163">
            <a:extLst>
              <a:ext uri="{FF2B5EF4-FFF2-40B4-BE49-F238E27FC236}">
                <a16:creationId xmlns:a16="http://schemas.microsoft.com/office/drawing/2014/main" id="{F7E7B8A9-ED2B-FC30-C1AC-45FB8BB84FB6}"/>
              </a:ext>
            </a:extLst>
          </p:cNvPr>
          <p:cNvSpPr txBox="1"/>
          <p:nvPr/>
        </p:nvSpPr>
        <p:spPr>
          <a:xfrm>
            <a:off x="9994392" y="4284829"/>
            <a:ext cx="1508760" cy="154534"/>
          </a:xfrm>
          <a:prstGeom prst="rect">
            <a:avLst/>
          </a:prstGeom>
          <a:noFill/>
          <a:ln/>
        </p:spPr>
        <p:txBody>
          <a:bodyPr wrap="square" lIns="0" tIns="0" rIns="0" bIns="0" rtlCol="0" anchor="ctr">
            <a:normAutofit/>
          </a:bodyPr>
          <a:lstStyle/>
          <a:p>
            <a:pPr marL="0" indent="0" algn="ctr">
              <a:lnSpc>
                <a:spcPct val="96000"/>
              </a:lnSpc>
              <a:buNone/>
            </a:pPr>
            <a:r>
              <a:rPr lang="en-US" sz="1005" dirty="0">
                <a:solidFill>
                  <a:srgbClr val="FFFFFF"/>
                </a:solidFill>
                <a:latin typeface="Ubuntu" pitchFamily="34" charset="0"/>
                <a:ea typeface="Ubuntu" pitchFamily="34" charset="-122"/>
                <a:cs typeface="Ubuntu" pitchFamily="34" charset="-120"/>
              </a:rPr>
              <a:t>Central estimates</a:t>
            </a:r>
            <a:endParaRPr lang="en-US" sz="1005" dirty="0"/>
          </a:p>
        </p:txBody>
      </p:sp>
      <p:sp>
        <p:nvSpPr>
          <p:cNvPr id="345" name="Shape 164">
            <a:extLst>
              <a:ext uri="{FF2B5EF4-FFF2-40B4-BE49-F238E27FC236}">
                <a16:creationId xmlns:a16="http://schemas.microsoft.com/office/drawing/2014/main" id="{907BF887-B4F7-00F0-7299-08AEF9FE2EA0}"/>
              </a:ext>
            </a:extLst>
          </p:cNvPr>
          <p:cNvSpPr/>
          <p:nvPr/>
        </p:nvSpPr>
        <p:spPr>
          <a:xfrm>
            <a:off x="9953244" y="4532631"/>
            <a:ext cx="1577340" cy="0"/>
          </a:xfrm>
          <a:prstGeom prst="line">
            <a:avLst/>
          </a:prstGeom>
          <a:noFill/>
          <a:ln w="8255">
            <a:solidFill>
              <a:srgbClr val="69477B"/>
            </a:solidFill>
            <a:prstDash val="solid"/>
            <a:headEnd type="none"/>
          </a:ln>
        </p:spPr>
        <p:txBody>
          <a:bodyPr/>
          <a:lstStyle/>
          <a:p>
            <a:endParaRPr lang="en-US"/>
          </a:p>
        </p:txBody>
      </p:sp>
      <p:sp>
        <p:nvSpPr>
          <p:cNvPr id="347" name="Text 165">
            <a:extLst>
              <a:ext uri="{FF2B5EF4-FFF2-40B4-BE49-F238E27FC236}">
                <a16:creationId xmlns:a16="http://schemas.microsoft.com/office/drawing/2014/main" id="{AC707BE3-B00D-D0B4-719C-1F0298A2D05C}"/>
              </a:ext>
            </a:extLst>
          </p:cNvPr>
          <p:cNvSpPr txBox="1"/>
          <p:nvPr/>
        </p:nvSpPr>
        <p:spPr>
          <a:xfrm>
            <a:off x="9994392" y="4583837"/>
            <a:ext cx="1508760" cy="154534"/>
          </a:xfrm>
          <a:prstGeom prst="rect">
            <a:avLst/>
          </a:prstGeom>
          <a:noFill/>
          <a:ln/>
        </p:spPr>
        <p:txBody>
          <a:bodyPr wrap="square" lIns="0" tIns="0" rIns="0" bIns="0" rtlCol="0" anchor="ctr">
            <a:normAutofit/>
          </a:bodyPr>
          <a:lstStyle/>
          <a:p>
            <a:pPr marL="0" indent="0" algn="ctr">
              <a:lnSpc>
                <a:spcPct val="96000"/>
              </a:lnSpc>
              <a:buNone/>
            </a:pPr>
            <a:r>
              <a:rPr lang="en-US" sz="1005" dirty="0">
                <a:solidFill>
                  <a:srgbClr val="FFFFFF"/>
                </a:solidFill>
                <a:latin typeface="Ubuntu" pitchFamily="34" charset="0"/>
                <a:ea typeface="Ubuntu" pitchFamily="34" charset="-122"/>
                <a:cs typeface="Ubuntu" pitchFamily="34" charset="-120"/>
              </a:rPr>
              <a:t>Planning ranges</a:t>
            </a:r>
            <a:endParaRPr lang="en-US" sz="1005" dirty="0"/>
          </a:p>
        </p:txBody>
      </p:sp>
      <p:sp>
        <p:nvSpPr>
          <p:cNvPr id="349" name="Shape 166">
            <a:extLst>
              <a:ext uri="{FF2B5EF4-FFF2-40B4-BE49-F238E27FC236}">
                <a16:creationId xmlns:a16="http://schemas.microsoft.com/office/drawing/2014/main" id="{250F4D93-23AF-2C62-9983-876919580409}"/>
              </a:ext>
            </a:extLst>
          </p:cNvPr>
          <p:cNvSpPr/>
          <p:nvPr/>
        </p:nvSpPr>
        <p:spPr>
          <a:xfrm>
            <a:off x="9953244" y="4831640"/>
            <a:ext cx="1577340" cy="0"/>
          </a:xfrm>
          <a:prstGeom prst="line">
            <a:avLst/>
          </a:prstGeom>
          <a:noFill/>
          <a:ln w="8255">
            <a:solidFill>
              <a:srgbClr val="69477B"/>
            </a:solidFill>
            <a:prstDash val="solid"/>
            <a:headEnd type="none"/>
          </a:ln>
        </p:spPr>
        <p:txBody>
          <a:bodyPr/>
          <a:lstStyle/>
          <a:p>
            <a:endParaRPr lang="en-US"/>
          </a:p>
        </p:txBody>
      </p:sp>
      <p:sp>
        <p:nvSpPr>
          <p:cNvPr id="351" name="Text 167">
            <a:extLst>
              <a:ext uri="{FF2B5EF4-FFF2-40B4-BE49-F238E27FC236}">
                <a16:creationId xmlns:a16="http://schemas.microsoft.com/office/drawing/2014/main" id="{816EEE9C-29C6-D41B-18CA-696E07D3837A}"/>
              </a:ext>
            </a:extLst>
          </p:cNvPr>
          <p:cNvSpPr txBox="1"/>
          <p:nvPr/>
        </p:nvSpPr>
        <p:spPr>
          <a:xfrm>
            <a:off x="9994392" y="4882846"/>
            <a:ext cx="1508760" cy="154534"/>
          </a:xfrm>
          <a:prstGeom prst="rect">
            <a:avLst/>
          </a:prstGeom>
          <a:noFill/>
          <a:ln/>
        </p:spPr>
        <p:txBody>
          <a:bodyPr wrap="square" lIns="0" tIns="0" rIns="0" bIns="0" rtlCol="0" anchor="ctr">
            <a:normAutofit/>
          </a:bodyPr>
          <a:lstStyle/>
          <a:p>
            <a:pPr marL="0" indent="0" algn="ctr">
              <a:lnSpc>
                <a:spcPct val="96000"/>
              </a:lnSpc>
              <a:buNone/>
            </a:pPr>
            <a:r>
              <a:rPr lang="en-US" sz="1005" dirty="0">
                <a:solidFill>
                  <a:srgbClr val="FFFFFF"/>
                </a:solidFill>
                <a:latin typeface="Ubuntu" pitchFamily="34" charset="0"/>
                <a:ea typeface="Ubuntu" pitchFamily="34" charset="-122"/>
                <a:cs typeface="Ubuntu" pitchFamily="34" charset="-120"/>
              </a:rPr>
              <a:t>Validation gaps</a:t>
            </a:r>
            <a:endParaRPr lang="en-US" sz="1005" dirty="0"/>
          </a:p>
        </p:txBody>
      </p:sp>
      <p:sp>
        <p:nvSpPr>
          <p:cNvPr id="353" name="Shape 168">
            <a:extLst>
              <a:ext uri="{FF2B5EF4-FFF2-40B4-BE49-F238E27FC236}">
                <a16:creationId xmlns:a16="http://schemas.microsoft.com/office/drawing/2014/main" id="{9DA37B40-54F6-DC0B-1FA6-DC0840A078C8}"/>
              </a:ext>
            </a:extLst>
          </p:cNvPr>
          <p:cNvSpPr/>
          <p:nvPr/>
        </p:nvSpPr>
        <p:spPr>
          <a:xfrm>
            <a:off x="9768535" y="5316272"/>
            <a:ext cx="1946758" cy="419710"/>
          </a:xfrm>
          <a:prstGeom prst="roundRect">
            <a:avLst>
              <a:gd name="adj" fmla="val 11983"/>
            </a:avLst>
          </a:prstGeom>
          <a:solidFill>
            <a:srgbClr val="FFFFFF"/>
          </a:solidFill>
          <a:ln w="10160">
            <a:solidFill>
              <a:srgbClr val="DDDDE2"/>
            </a:solidFill>
            <a:prstDash val="solid"/>
          </a:ln>
        </p:spPr>
        <p:txBody>
          <a:bodyPr/>
          <a:lstStyle/>
          <a:p>
            <a:endParaRPr lang="en-US"/>
          </a:p>
        </p:txBody>
      </p:sp>
      <p:sp>
        <p:nvSpPr>
          <p:cNvPr id="355" name="Text 169">
            <a:extLst>
              <a:ext uri="{FF2B5EF4-FFF2-40B4-BE49-F238E27FC236}">
                <a16:creationId xmlns:a16="http://schemas.microsoft.com/office/drawing/2014/main" id="{60655537-711D-FE30-FAAD-03E79C948662}"/>
              </a:ext>
            </a:extLst>
          </p:cNvPr>
          <p:cNvSpPr txBox="1"/>
          <p:nvPr/>
        </p:nvSpPr>
        <p:spPr>
          <a:xfrm>
            <a:off x="9880092" y="5366564"/>
            <a:ext cx="1724558" cy="132588"/>
          </a:xfrm>
          <a:prstGeom prst="rect">
            <a:avLst/>
          </a:prstGeom>
          <a:noFill/>
          <a:ln/>
        </p:spPr>
        <p:txBody>
          <a:bodyPr wrap="square" lIns="0" tIns="0" rIns="0" bIns="0" rtlCol="0" anchor="ctr">
            <a:normAutofit lnSpcReduction="10000"/>
          </a:bodyPr>
          <a:lstStyle/>
          <a:p>
            <a:pPr marL="0" indent="0" algn="ctr">
              <a:lnSpc>
                <a:spcPct val="96000"/>
              </a:lnSpc>
              <a:buNone/>
            </a:pPr>
            <a:r>
              <a:rPr lang="en-US" sz="1010" b="1" dirty="0">
                <a:solidFill>
                  <a:srgbClr val="2B0A3D"/>
                </a:solidFill>
                <a:latin typeface="Ubuntu" pitchFamily="34" charset="0"/>
                <a:ea typeface="Ubuntu" pitchFamily="34" charset="-122"/>
                <a:cs typeface="Ubuntu" pitchFamily="34" charset="-120"/>
              </a:rPr>
              <a:t>Controls stay visible</a:t>
            </a:r>
            <a:endParaRPr lang="en-US" sz="1010" dirty="0"/>
          </a:p>
        </p:txBody>
      </p:sp>
      <p:sp>
        <p:nvSpPr>
          <p:cNvPr id="357" name="Text 170">
            <a:extLst>
              <a:ext uri="{FF2B5EF4-FFF2-40B4-BE49-F238E27FC236}">
                <a16:creationId xmlns:a16="http://schemas.microsoft.com/office/drawing/2014/main" id="{ACA8D85F-2240-1392-2726-40B16C4E9870}"/>
              </a:ext>
            </a:extLst>
          </p:cNvPr>
          <p:cNvSpPr txBox="1"/>
          <p:nvPr/>
        </p:nvSpPr>
        <p:spPr>
          <a:xfrm>
            <a:off x="9849917" y="5516525"/>
            <a:ext cx="1788566" cy="159106"/>
          </a:xfrm>
          <a:prstGeom prst="rect">
            <a:avLst/>
          </a:prstGeom>
          <a:noFill/>
          <a:ln/>
        </p:spPr>
        <p:txBody>
          <a:bodyPr wrap="square" lIns="0" tIns="0" rIns="0" bIns="0" rtlCol="0" anchor="ctr">
            <a:normAutofit fontScale="77500" lnSpcReduction="20000"/>
          </a:bodyPr>
          <a:lstStyle/>
          <a:p>
            <a:pPr marL="0" indent="0" algn="ctr">
              <a:lnSpc>
                <a:spcPct val="96000"/>
              </a:lnSpc>
              <a:buNone/>
            </a:pPr>
            <a:r>
              <a:rPr lang="en-US" sz="776" dirty="0">
                <a:solidFill>
                  <a:srgbClr val="34343D"/>
                </a:solidFill>
                <a:latin typeface="Ubuntu" pitchFamily="34" charset="0"/>
                <a:ea typeface="Ubuntu" pitchFamily="34" charset="-122"/>
                <a:cs typeface="Ubuntu" pitchFamily="34" charset="-120"/>
              </a:rPr>
              <a:t>Approvals · permissions · audit</a:t>
            </a:r>
            <a:endParaRPr lang="en-US" sz="776" dirty="0"/>
          </a:p>
          <a:p>
            <a:pPr marL="0" indent="0" algn="ctr">
              <a:lnSpc>
                <a:spcPct val="96000"/>
              </a:lnSpc>
              <a:buNone/>
            </a:pPr>
            <a:r>
              <a:rPr lang="en-US" sz="776" dirty="0">
                <a:solidFill>
                  <a:srgbClr val="34343D"/>
                </a:solidFill>
                <a:latin typeface="Ubuntu" pitchFamily="34" charset="0"/>
                <a:ea typeface="Ubuntu" pitchFamily="34" charset="-122"/>
                <a:cs typeface="Ubuntu" pitchFamily="34" charset="-120"/>
              </a:rPr>
              <a:t>evidence · escalation</a:t>
            </a:r>
            <a:endParaRPr lang="en-US" sz="776" dirty="0"/>
          </a:p>
        </p:txBody>
      </p:sp>
      <p:sp>
        <p:nvSpPr>
          <p:cNvPr id="359" name="Shape 171">
            <a:extLst>
              <a:ext uri="{FF2B5EF4-FFF2-40B4-BE49-F238E27FC236}">
                <a16:creationId xmlns:a16="http://schemas.microsoft.com/office/drawing/2014/main" id="{86DCFBD7-D5B0-C47B-518E-F3F3623EF8EB}"/>
              </a:ext>
            </a:extLst>
          </p:cNvPr>
          <p:cNvSpPr/>
          <p:nvPr/>
        </p:nvSpPr>
        <p:spPr>
          <a:xfrm>
            <a:off x="483718" y="5842052"/>
            <a:ext cx="9136685" cy="259690"/>
          </a:xfrm>
          <a:prstGeom prst="roundRect">
            <a:avLst>
              <a:gd name="adj" fmla="val 15845"/>
            </a:avLst>
          </a:prstGeom>
          <a:solidFill>
            <a:srgbClr val="F5F5F7"/>
          </a:solidFill>
          <a:ln w="12700">
            <a:solidFill>
              <a:srgbClr val="F5F5F7">
                <a:alpha val="0"/>
              </a:srgbClr>
            </a:solidFill>
            <a:prstDash val="solid"/>
          </a:ln>
        </p:spPr>
        <p:txBody>
          <a:bodyPr/>
          <a:lstStyle/>
          <a:p>
            <a:endParaRPr lang="en-US"/>
          </a:p>
        </p:txBody>
      </p:sp>
      <p:sp>
        <p:nvSpPr>
          <p:cNvPr id="361" name="Text 172">
            <a:extLst>
              <a:ext uri="{FF2B5EF4-FFF2-40B4-BE49-F238E27FC236}">
                <a16:creationId xmlns:a16="http://schemas.microsoft.com/office/drawing/2014/main" id="{ADDE8051-67C9-6566-C619-328E3EDCD0F2}"/>
              </a:ext>
            </a:extLst>
          </p:cNvPr>
          <p:cNvSpPr txBox="1"/>
          <p:nvPr/>
        </p:nvSpPr>
        <p:spPr>
          <a:xfrm>
            <a:off x="632765" y="5896916"/>
            <a:ext cx="1975104" cy="143561"/>
          </a:xfrm>
          <a:prstGeom prst="rect">
            <a:avLst/>
          </a:prstGeom>
          <a:noFill/>
          <a:ln/>
        </p:spPr>
        <p:txBody>
          <a:bodyPr wrap="square" lIns="0" tIns="0" rIns="0" bIns="0" rtlCol="0" anchor="ctr">
            <a:normAutofit/>
          </a:bodyPr>
          <a:lstStyle/>
          <a:p>
            <a:pPr marL="0" indent="0" algn="l">
              <a:lnSpc>
                <a:spcPct val="96000"/>
              </a:lnSpc>
              <a:buNone/>
            </a:pPr>
            <a:r>
              <a:rPr lang="en-US" sz="852" dirty="0">
                <a:solidFill>
                  <a:srgbClr val="0070AD"/>
                </a:solidFill>
                <a:latin typeface="Ubuntu" pitchFamily="34" charset="0"/>
                <a:ea typeface="Ubuntu" pitchFamily="34" charset="-122"/>
                <a:cs typeface="Ubuntu" pitchFamily="34" charset="-120"/>
              </a:rPr>
              <a:t>Known evidence  /  validation needs</a:t>
            </a:r>
            <a:endParaRPr lang="en-US" sz="852" dirty="0"/>
          </a:p>
        </p:txBody>
      </p:sp>
      <p:sp>
        <p:nvSpPr>
          <p:cNvPr id="363" name="Text 173">
            <a:extLst>
              <a:ext uri="{FF2B5EF4-FFF2-40B4-BE49-F238E27FC236}">
                <a16:creationId xmlns:a16="http://schemas.microsoft.com/office/drawing/2014/main" id="{613E49F3-4414-9670-D34F-C6D333F778C7}"/>
              </a:ext>
            </a:extLst>
          </p:cNvPr>
          <p:cNvSpPr txBox="1"/>
          <p:nvPr/>
        </p:nvSpPr>
        <p:spPr>
          <a:xfrm>
            <a:off x="2819095" y="5883200"/>
            <a:ext cx="6689750" cy="157277"/>
          </a:xfrm>
          <a:prstGeom prst="rect">
            <a:avLst/>
          </a:prstGeom>
          <a:noFill/>
          <a:ln/>
        </p:spPr>
        <p:txBody>
          <a:bodyPr wrap="square" lIns="0" tIns="0" rIns="0" bIns="0" rtlCol="0" anchor="ctr">
            <a:normAutofit lnSpcReduction="10000"/>
          </a:bodyPr>
          <a:lstStyle/>
          <a:p>
            <a:pPr marL="0" indent="0" algn="ctr">
              <a:lnSpc>
                <a:spcPct val="96000"/>
              </a:lnSpc>
              <a:buNone/>
            </a:pPr>
            <a:r>
              <a:rPr lang="en-US" sz="1140" b="1" dirty="0">
                <a:solidFill>
                  <a:srgbClr val="2B0A3D"/>
                </a:solidFill>
                <a:latin typeface="Ubuntu" pitchFamily="34" charset="0"/>
                <a:ea typeface="Ubuntu" pitchFamily="34" charset="-122"/>
                <a:cs typeface="Ubuntu" pitchFamily="34" charset="-120"/>
              </a:rPr>
              <a:t>Inspect the model    →    Challenge assumptions    →    Prioritize validation</a:t>
            </a:r>
            <a:endParaRPr lang="en-US" sz="1140" dirty="0"/>
          </a:p>
        </p:txBody>
      </p:sp>
      <p:sp>
        <p:nvSpPr>
          <p:cNvPr id="365" name="Text 174">
            <a:extLst>
              <a:ext uri="{FF2B5EF4-FFF2-40B4-BE49-F238E27FC236}">
                <a16:creationId xmlns:a16="http://schemas.microsoft.com/office/drawing/2014/main" id="{1BFA38D3-936A-DAD4-FF2E-0456E20CBD07}"/>
              </a:ext>
            </a:extLst>
          </p:cNvPr>
          <p:cNvSpPr txBox="1"/>
          <p:nvPr/>
        </p:nvSpPr>
        <p:spPr>
          <a:xfrm>
            <a:off x="9776765" y="5842966"/>
            <a:ext cx="1937614" cy="256032"/>
          </a:xfrm>
          <a:prstGeom prst="rect">
            <a:avLst/>
          </a:prstGeom>
          <a:noFill/>
          <a:ln/>
        </p:spPr>
        <p:txBody>
          <a:bodyPr wrap="square" lIns="0" tIns="0" rIns="0" bIns="0" rtlCol="0" anchor="ctr">
            <a:normAutofit/>
          </a:bodyPr>
          <a:lstStyle/>
          <a:p>
            <a:pPr marL="0" indent="0" algn="ctr">
              <a:lnSpc>
                <a:spcPct val="96000"/>
              </a:lnSpc>
              <a:buNone/>
            </a:pPr>
            <a:r>
              <a:rPr lang="en-US" sz="870" dirty="0">
                <a:solidFill>
                  <a:srgbClr val="71717E"/>
                </a:solidFill>
                <a:latin typeface="Ubuntu" pitchFamily="34" charset="0"/>
                <a:ea typeface="Ubuntu" pitchFamily="34" charset="-122"/>
                <a:cs typeface="Ubuntu" pitchFamily="34" charset="-120"/>
              </a:rPr>
              <a:t>Directional estimates,</a:t>
            </a:r>
            <a:endParaRPr lang="en-US" sz="870" dirty="0"/>
          </a:p>
          <a:p>
            <a:pPr marL="0" indent="0" algn="ctr">
              <a:lnSpc>
                <a:spcPct val="96000"/>
              </a:lnSpc>
              <a:buNone/>
            </a:pPr>
            <a:r>
              <a:rPr lang="en-US" sz="870" dirty="0">
                <a:solidFill>
                  <a:srgbClr val="71717E"/>
                </a:solidFill>
                <a:latin typeface="Ubuntu" pitchFamily="34" charset="0"/>
                <a:ea typeface="Ubuntu" pitchFamily="34" charset="-122"/>
                <a:cs typeface="Ubuntu" pitchFamily="34" charset="-120"/>
              </a:rPr>
              <a:t>not guaranteed results</a:t>
            </a:r>
            <a:endParaRPr lang="en-US" sz="870" dirty="0"/>
          </a:p>
        </p:txBody>
      </p:sp>
      <p:sp>
        <p:nvSpPr>
          <p:cNvPr id="367" name="Text 175">
            <a:extLst>
              <a:ext uri="{FF2B5EF4-FFF2-40B4-BE49-F238E27FC236}">
                <a16:creationId xmlns:a16="http://schemas.microsoft.com/office/drawing/2014/main" id="{0D92E739-6E95-F4C9-4A54-946669C1ED9A}"/>
              </a:ext>
            </a:extLst>
          </p:cNvPr>
          <p:cNvSpPr txBox="1"/>
          <p:nvPr/>
        </p:nvSpPr>
        <p:spPr>
          <a:xfrm>
            <a:off x="1216152" y="6221528"/>
            <a:ext cx="9760306" cy="301752"/>
          </a:xfrm>
          <a:prstGeom prst="rect">
            <a:avLst/>
          </a:prstGeom>
          <a:noFill/>
          <a:ln/>
        </p:spPr>
        <p:txBody>
          <a:bodyPr wrap="square" lIns="0" tIns="0" rIns="0" bIns="0" rtlCol="0" anchor="ctr">
            <a:normAutofit/>
          </a:bodyPr>
          <a:lstStyle/>
          <a:p>
            <a:pPr marL="0" indent="0" algn="ctr">
              <a:lnSpc>
                <a:spcPct val="96000"/>
              </a:lnSpc>
              <a:buNone/>
            </a:pPr>
            <a:r>
              <a:rPr lang="en-US" sz="1840" dirty="0">
                <a:solidFill>
                  <a:srgbClr val="2B0A3D"/>
                </a:solidFill>
                <a:latin typeface="Ubuntu Mono" pitchFamily="34" charset="0"/>
                <a:ea typeface="Ubuntu Mono" pitchFamily="34" charset="-122"/>
                <a:cs typeface="Ubuntu Mono" pitchFamily="34" charset="-120"/>
              </a:rPr>
              <a:t>Which process should we put under the AIxRay?</a:t>
            </a:r>
            <a:endParaRPr lang="en-US" sz="1840" dirty="0"/>
          </a:p>
        </p:txBody>
      </p:sp>
      <p:sp>
        <p:nvSpPr>
          <p:cNvPr id="369" name="Text 176">
            <a:extLst>
              <a:ext uri="{FF2B5EF4-FFF2-40B4-BE49-F238E27FC236}">
                <a16:creationId xmlns:a16="http://schemas.microsoft.com/office/drawing/2014/main" id="{72219B31-2E01-D305-DECE-ACA36C301737}"/>
              </a:ext>
            </a:extLst>
          </p:cNvPr>
          <p:cNvSpPr txBox="1"/>
          <p:nvPr/>
        </p:nvSpPr>
        <p:spPr>
          <a:xfrm>
            <a:off x="1532534" y="6606490"/>
            <a:ext cx="9129370" cy="201168"/>
          </a:xfrm>
          <a:prstGeom prst="rect">
            <a:avLst/>
          </a:prstGeom>
          <a:noFill/>
          <a:ln/>
        </p:spPr>
        <p:txBody>
          <a:bodyPr wrap="square" lIns="0" tIns="0" rIns="0" bIns="0" rtlCol="0" anchor="ctr">
            <a:normAutofit/>
          </a:bodyPr>
          <a:lstStyle/>
          <a:p>
            <a:pPr marL="0" indent="0" algn="ctr">
              <a:lnSpc>
                <a:spcPct val="96000"/>
              </a:lnSpc>
              <a:buNone/>
            </a:pPr>
            <a:r>
              <a:rPr lang="en-US" sz="1114" dirty="0">
                <a:solidFill>
                  <a:srgbClr val="34343D"/>
                </a:solidFill>
                <a:latin typeface="Ubuntu Light" pitchFamily="34" charset="0"/>
                <a:ea typeface="Ubuntu Light" pitchFamily="34" charset="-122"/>
                <a:cs typeface="Ubuntu Light" pitchFamily="34" charset="-120"/>
              </a:rPr>
              <a:t>Turn an AI conversation into a concrete process-transformation discussion.</a:t>
            </a:r>
            <a:endParaRPr lang="en-US" sz="1114" dirty="0"/>
          </a:p>
        </p:txBody>
      </p:sp>
      <p:sp>
        <p:nvSpPr>
          <p:cNvPr id="371" name="Shape 177">
            <a:extLst>
              <a:ext uri="{FF2B5EF4-FFF2-40B4-BE49-F238E27FC236}">
                <a16:creationId xmlns:a16="http://schemas.microsoft.com/office/drawing/2014/main" id="{23F34C8E-B64E-BAC1-9D73-41B72A4032FF}"/>
              </a:ext>
            </a:extLst>
          </p:cNvPr>
          <p:cNvSpPr/>
          <p:nvPr/>
        </p:nvSpPr>
        <p:spPr>
          <a:xfrm>
            <a:off x="484632" y="6878981"/>
            <a:ext cx="11230661" cy="0"/>
          </a:xfrm>
          <a:prstGeom prst="line">
            <a:avLst/>
          </a:prstGeom>
          <a:noFill/>
          <a:ln w="8255">
            <a:solidFill>
              <a:srgbClr val="DDDDE2"/>
            </a:solidFill>
            <a:prstDash val="solid"/>
            <a:headEnd type="none"/>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7316-BD56-46D6-2221-F740D67AE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91F60-D5C7-D72A-065E-44D18D5687B4}"/>
              </a:ext>
            </a:extLst>
          </p:cNvPr>
          <p:cNvSpPr>
            <a:spLocks noGrp="1"/>
          </p:cNvSpPr>
          <p:nvPr>
            <p:ph type="title"/>
          </p:nvPr>
        </p:nvSpPr>
        <p:spPr/>
        <p:txBody>
          <a:bodyPr/>
          <a:lstStyle/>
          <a:p>
            <a:r>
              <a:t>AIxRay is a workbench for process workshops</a:t>
            </a:r>
          </a:p>
        </p:txBody>
      </p:sp>
      <p:sp>
        <p:nvSpPr>
          <p:cNvPr id="3" name="TextBox 2">
            <a:extLst>
              <a:ext uri="{FF2B5EF4-FFF2-40B4-BE49-F238E27FC236}">
                <a16:creationId xmlns:a16="http://schemas.microsoft.com/office/drawing/2014/main" id="{F864C34A-2325-1757-3A94-C1BA10DD7C09}"/>
              </a:ext>
            </a:extLst>
          </p:cNvPr>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THE TOOL</a:t>
            </a:r>
          </a:p>
        </p:txBody>
      </p:sp>
      <p:sp>
        <p:nvSpPr>
          <p:cNvPr id="4" name="TextBox 3">
            <a:extLst>
              <a:ext uri="{FF2B5EF4-FFF2-40B4-BE49-F238E27FC236}">
                <a16:creationId xmlns:a16="http://schemas.microsoft.com/office/drawing/2014/main" id="{02B7FED9-1DF3-1F14-9CD2-0235201DBFBA}"/>
              </a:ext>
            </a:extLst>
          </p:cNvPr>
          <p:cNvSpPr txBox="1"/>
          <p:nvPr/>
        </p:nvSpPr>
        <p:spPr>
          <a:xfrm>
            <a:off x="603504" y="1645920"/>
            <a:ext cx="45720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01</a:t>
            </a:r>
          </a:p>
        </p:txBody>
      </p:sp>
      <p:sp>
        <p:nvSpPr>
          <p:cNvPr id="5" name="TextBox 4">
            <a:extLst>
              <a:ext uri="{FF2B5EF4-FFF2-40B4-BE49-F238E27FC236}">
                <a16:creationId xmlns:a16="http://schemas.microsoft.com/office/drawing/2014/main" id="{BED0EC20-004E-F042-9872-DF4662157F6A}"/>
              </a:ext>
            </a:extLst>
          </p:cNvPr>
          <p:cNvSpPr txBox="1"/>
          <p:nvPr/>
        </p:nvSpPr>
        <p:spPr>
          <a:xfrm>
            <a:off x="1060704" y="1664208"/>
            <a:ext cx="3703320" cy="736092"/>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Plays a case through the process step by step, on one screen the whole room can follow.</a:t>
            </a:r>
          </a:p>
        </p:txBody>
      </p:sp>
      <p:cxnSp>
        <p:nvCxnSpPr>
          <p:cNvPr id="6" name="Connector 5">
            <a:extLst>
              <a:ext uri="{FF2B5EF4-FFF2-40B4-BE49-F238E27FC236}">
                <a16:creationId xmlns:a16="http://schemas.microsoft.com/office/drawing/2014/main" id="{2CAAE6FB-432C-C4E5-C0E9-087221033CF3}"/>
              </a:ext>
            </a:extLst>
          </p:cNvPr>
          <p:cNvCxnSpPr/>
          <p:nvPr/>
        </p:nvCxnSpPr>
        <p:spPr>
          <a:xfrm>
            <a:off x="603504" y="2546603"/>
            <a:ext cx="41605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ECD59C2-F0A3-0857-B58A-5504E3CAD2A7}"/>
              </a:ext>
            </a:extLst>
          </p:cNvPr>
          <p:cNvSpPr txBox="1"/>
          <p:nvPr/>
        </p:nvSpPr>
        <p:spPr>
          <a:xfrm>
            <a:off x="603504" y="2711196"/>
            <a:ext cx="45720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02</a:t>
            </a:r>
          </a:p>
        </p:txBody>
      </p:sp>
      <p:sp>
        <p:nvSpPr>
          <p:cNvPr id="8" name="TextBox 7">
            <a:extLst>
              <a:ext uri="{FF2B5EF4-FFF2-40B4-BE49-F238E27FC236}">
                <a16:creationId xmlns:a16="http://schemas.microsoft.com/office/drawing/2014/main" id="{8FFBD752-8DDC-E71E-93CD-E104B98E04F5}"/>
              </a:ext>
            </a:extLst>
          </p:cNvPr>
          <p:cNvSpPr txBox="1"/>
          <p:nvPr/>
        </p:nvSpPr>
        <p:spPr>
          <a:xfrm>
            <a:off x="1060704" y="2729484"/>
            <a:ext cx="3703320"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Records pain points, questions and ideas on the step where they come up.</a:t>
            </a:r>
          </a:p>
        </p:txBody>
      </p:sp>
      <p:cxnSp>
        <p:nvCxnSpPr>
          <p:cNvPr id="9" name="Connector 8">
            <a:extLst>
              <a:ext uri="{FF2B5EF4-FFF2-40B4-BE49-F238E27FC236}">
                <a16:creationId xmlns:a16="http://schemas.microsoft.com/office/drawing/2014/main" id="{8B1C7291-3A88-92DC-CC94-0C3EAED96B49}"/>
              </a:ext>
            </a:extLst>
          </p:cNvPr>
          <p:cNvCxnSpPr/>
          <p:nvPr/>
        </p:nvCxnSpPr>
        <p:spPr>
          <a:xfrm>
            <a:off x="603504" y="3366515"/>
            <a:ext cx="41605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722A429-9AA8-6C66-230E-07AE6C076FCD}"/>
              </a:ext>
            </a:extLst>
          </p:cNvPr>
          <p:cNvSpPr txBox="1"/>
          <p:nvPr/>
        </p:nvSpPr>
        <p:spPr>
          <a:xfrm>
            <a:off x="603504" y="3531107"/>
            <a:ext cx="45720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03</a:t>
            </a:r>
          </a:p>
        </p:txBody>
      </p:sp>
      <p:sp>
        <p:nvSpPr>
          <p:cNvPr id="11" name="TextBox 10">
            <a:extLst>
              <a:ext uri="{FF2B5EF4-FFF2-40B4-BE49-F238E27FC236}">
                <a16:creationId xmlns:a16="http://schemas.microsoft.com/office/drawing/2014/main" id="{2ADFA205-A67A-1B94-4B1D-98F7789212D8}"/>
              </a:ext>
            </a:extLst>
          </p:cNvPr>
          <p:cNvSpPr txBox="1"/>
          <p:nvPr/>
        </p:nvSpPr>
        <p:spPr>
          <a:xfrm>
            <a:off x="1060704" y="3549395"/>
            <a:ext cx="3703320"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Compares today's process with a future design on the same clock.</a:t>
            </a:r>
          </a:p>
        </p:txBody>
      </p:sp>
      <p:cxnSp>
        <p:nvCxnSpPr>
          <p:cNvPr id="12" name="Connector 11">
            <a:extLst>
              <a:ext uri="{FF2B5EF4-FFF2-40B4-BE49-F238E27FC236}">
                <a16:creationId xmlns:a16="http://schemas.microsoft.com/office/drawing/2014/main" id="{26747D49-854E-E1D0-13AA-510858874110}"/>
              </a:ext>
            </a:extLst>
          </p:cNvPr>
          <p:cNvCxnSpPr/>
          <p:nvPr/>
        </p:nvCxnSpPr>
        <p:spPr>
          <a:xfrm>
            <a:off x="603504" y="4186428"/>
            <a:ext cx="41605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D05AFC2-F758-E729-BE32-2BFB7B3FA560}"/>
              </a:ext>
            </a:extLst>
          </p:cNvPr>
          <p:cNvSpPr txBox="1"/>
          <p:nvPr/>
        </p:nvSpPr>
        <p:spPr>
          <a:xfrm>
            <a:off x="603504" y="4351020"/>
            <a:ext cx="45720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04</a:t>
            </a:r>
          </a:p>
        </p:txBody>
      </p:sp>
      <p:sp>
        <p:nvSpPr>
          <p:cNvPr id="14" name="TextBox 13">
            <a:extLst>
              <a:ext uri="{FF2B5EF4-FFF2-40B4-BE49-F238E27FC236}">
                <a16:creationId xmlns:a16="http://schemas.microsoft.com/office/drawing/2014/main" id="{5D67EDEC-B0FA-E491-BCB0-65F237E259E9}"/>
              </a:ext>
            </a:extLst>
          </p:cNvPr>
          <p:cNvSpPr txBox="1"/>
          <p:nvPr/>
        </p:nvSpPr>
        <p:spPr>
          <a:xfrm>
            <a:off x="1060704" y="4369307"/>
            <a:ext cx="3703320" cy="736092"/>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Shows every figure with its formula and inputs, labeled by how much we know about them.</a:t>
            </a:r>
          </a:p>
        </p:txBody>
      </p:sp>
      <p:cxnSp>
        <p:nvCxnSpPr>
          <p:cNvPr id="15" name="Connector 14">
            <a:extLst>
              <a:ext uri="{FF2B5EF4-FFF2-40B4-BE49-F238E27FC236}">
                <a16:creationId xmlns:a16="http://schemas.microsoft.com/office/drawing/2014/main" id="{E7A32F3E-0785-DB10-B4EA-0B99AA226E99}"/>
              </a:ext>
            </a:extLst>
          </p:cNvPr>
          <p:cNvCxnSpPr/>
          <p:nvPr/>
        </p:nvCxnSpPr>
        <p:spPr>
          <a:xfrm>
            <a:off x="603504" y="5251704"/>
            <a:ext cx="41605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1FA0B5D-833D-1EA3-A326-0CC478F9D985}"/>
              </a:ext>
            </a:extLst>
          </p:cNvPr>
          <p:cNvSpPr txBox="1"/>
          <p:nvPr/>
        </p:nvSpPr>
        <p:spPr>
          <a:xfrm>
            <a:off x="603504" y="5416296"/>
            <a:ext cx="45720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05</a:t>
            </a:r>
          </a:p>
        </p:txBody>
      </p:sp>
      <p:sp>
        <p:nvSpPr>
          <p:cNvPr id="17" name="TextBox 16">
            <a:extLst>
              <a:ext uri="{FF2B5EF4-FFF2-40B4-BE49-F238E27FC236}">
                <a16:creationId xmlns:a16="http://schemas.microsoft.com/office/drawing/2014/main" id="{5A041DA1-46D3-FFE3-3D45-747FEFA492F9}"/>
              </a:ext>
            </a:extLst>
          </p:cNvPr>
          <p:cNvSpPr txBox="1"/>
          <p:nvPr/>
        </p:nvSpPr>
        <p:spPr>
          <a:xfrm>
            <a:off x="1060704" y="5434583"/>
            <a:ext cx="3703320"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Runs in the browser from local files, with no server, account or installation.</a:t>
            </a:r>
          </a:p>
        </p:txBody>
      </p:sp>
      <p:pic>
        <p:nvPicPr>
          <p:cNvPr id="18" name="Picture 17" descr="02-process-step.png">
            <a:extLst>
              <a:ext uri="{FF2B5EF4-FFF2-40B4-BE49-F238E27FC236}">
                <a16:creationId xmlns:a16="http://schemas.microsoft.com/office/drawing/2014/main" id="{0E431A97-353B-9C5B-BEE4-8B0B1F9F1728}"/>
              </a:ext>
            </a:extLst>
          </p:cNvPr>
          <p:cNvPicPr>
            <a:picLocks noChangeAspect="1"/>
          </p:cNvPicPr>
          <p:nvPr/>
        </p:nvPicPr>
        <p:blipFill>
          <a:blip r:embed="rId3"/>
          <a:stretch>
            <a:fillRect/>
          </a:stretch>
        </p:blipFill>
        <p:spPr>
          <a:xfrm>
            <a:off x="5120640" y="1645920"/>
            <a:ext cx="6464808" cy="4040505"/>
          </a:xfrm>
          <a:prstGeom prst="rect">
            <a:avLst/>
          </a:prstGeom>
          <a:ln w="9525">
            <a:solidFill>
              <a:srgbClr val="DDDDE2"/>
            </a:solidFill>
          </a:ln>
        </p:spPr>
      </p:pic>
      <p:sp>
        <p:nvSpPr>
          <p:cNvPr id="19" name="TextBox 18">
            <a:extLst>
              <a:ext uri="{FF2B5EF4-FFF2-40B4-BE49-F238E27FC236}">
                <a16:creationId xmlns:a16="http://schemas.microsoft.com/office/drawing/2014/main" id="{6E80B35A-A2F2-1618-ADCD-E4058D83C956}"/>
              </a:ext>
            </a:extLst>
          </p:cNvPr>
          <p:cNvSpPr txBox="1"/>
          <p:nvPr/>
        </p:nvSpPr>
        <p:spPr>
          <a:xfrm>
            <a:off x="5120640" y="5779008"/>
            <a:ext cx="6464808" cy="274320"/>
          </a:xfrm>
          <a:prstGeom prst="rect">
            <a:avLst/>
          </a:prstGeom>
          <a:noFill/>
        </p:spPr>
        <p:txBody>
          <a:bodyPr wrap="square" lIns="0" tIns="0" rIns="0" bIns="0" anchor="t"/>
          <a:lstStyle/>
          <a:p>
            <a:pPr algn="l">
              <a:lnSpc>
                <a:spcPct val="115000"/>
              </a:lnSpc>
              <a:spcAft>
                <a:spcPts val="0"/>
              </a:spcAft>
            </a:pPr>
            <a:r>
              <a:rPr sz="1100" b="0">
                <a:solidFill>
                  <a:srgbClr val="6B6B78"/>
                </a:solidFill>
                <a:latin typeface="Ubuntu Light"/>
              </a:rPr>
              <a:t>Illustrative example: commercial property underwriting, demonstration data.</a:t>
            </a:r>
          </a:p>
        </p:txBody>
      </p:sp>
    </p:spTree>
    <p:extLst>
      <p:ext uri="{BB962C8B-B14F-4D97-AF65-F5344CB8AC3E}">
        <p14:creationId xmlns:p14="http://schemas.microsoft.com/office/powerpoint/2010/main" val="3937952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model carries the work from understanding to evaluation</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HOW AIXRAY FITS IN A JUMP START</a:t>
            </a:r>
          </a:p>
        </p:txBody>
      </p:sp>
      <p:sp>
        <p:nvSpPr>
          <p:cNvPr id="4" name="TextBox 3"/>
          <p:cNvSpPr txBox="1"/>
          <p:nvPr/>
        </p:nvSpPr>
        <p:spPr>
          <a:xfrm>
            <a:off x="603504" y="1572768"/>
            <a:ext cx="10058400" cy="365760"/>
          </a:xfrm>
          <a:prstGeom prst="rect">
            <a:avLst/>
          </a:prstGeom>
          <a:noFill/>
        </p:spPr>
        <p:txBody>
          <a:bodyPr wrap="square" lIns="0" tIns="0" rIns="0" bIns="0" anchor="t"/>
          <a:lstStyle/>
          <a:p>
            <a:pPr algn="l">
              <a:lnSpc>
                <a:spcPct val="115000"/>
              </a:lnSpc>
              <a:spcAft>
                <a:spcPts val="0"/>
              </a:spcAft>
            </a:pPr>
            <a:r>
              <a:rPr sz="1700" b="0">
                <a:solidFill>
                  <a:srgbClr val="121A38"/>
                </a:solidFill>
                <a:latin typeface="Ubuntu Light"/>
              </a:rPr>
              <a:t>The workshop runs as three conversations, understand, reimagine and evaluate, with preparation before and a clear hand-over after.</a:t>
            </a:r>
          </a:p>
        </p:txBody>
      </p:sp>
      <p:cxnSp>
        <p:nvCxnSpPr>
          <p:cNvPr id="5" name="Connector 4"/>
          <p:cNvCxnSpPr/>
          <p:nvPr/>
        </p:nvCxnSpPr>
        <p:spPr>
          <a:xfrm>
            <a:off x="603504" y="2331720"/>
            <a:ext cx="2075688" cy="0"/>
          </a:xfrm>
          <a:prstGeom prst="line">
            <a:avLst/>
          </a:prstGeom>
          <a:ln w="28575">
            <a:solidFill>
              <a:srgbClr val="C5C5C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3504" y="2487168"/>
            <a:ext cx="2075688" cy="274320"/>
          </a:xfrm>
          <a:prstGeom prst="rect">
            <a:avLst/>
          </a:prstGeom>
          <a:noFill/>
        </p:spPr>
        <p:txBody>
          <a:bodyPr wrap="square" lIns="0" tIns="0" rIns="0" bIns="0" anchor="t"/>
          <a:lstStyle/>
          <a:p>
            <a:pPr algn="l">
              <a:lnSpc>
                <a:spcPct val="115000"/>
              </a:lnSpc>
              <a:spcAft>
                <a:spcPts val="0"/>
              </a:spcAft>
            </a:pPr>
            <a:r>
              <a:rPr sz="1100" b="1">
                <a:solidFill>
                  <a:srgbClr val="6B6B78"/>
                </a:solidFill>
                <a:latin typeface="Ubuntu"/>
              </a:rPr>
              <a:t>BEFORE</a:t>
            </a:r>
          </a:p>
        </p:txBody>
      </p:sp>
      <p:sp>
        <p:nvSpPr>
          <p:cNvPr id="7" name="TextBox 6"/>
          <p:cNvSpPr txBox="1"/>
          <p:nvPr/>
        </p:nvSpPr>
        <p:spPr>
          <a:xfrm>
            <a:off x="603504" y="2743200"/>
            <a:ext cx="2075688"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Prepare</a:t>
            </a:r>
          </a:p>
        </p:txBody>
      </p:sp>
      <p:sp>
        <p:nvSpPr>
          <p:cNvPr id="8" name="TextBox 7"/>
          <p:cNvSpPr txBox="1"/>
          <p:nvPr/>
        </p:nvSpPr>
        <p:spPr>
          <a:xfrm>
            <a:off x="603504" y="3127248"/>
            <a:ext cx="2075688" cy="1737360"/>
          </a:xfrm>
          <a:prstGeom prst="rect">
            <a:avLst/>
          </a:prstGeom>
          <a:noFill/>
        </p:spPr>
        <p:txBody>
          <a:bodyPr wrap="square" lIns="0" tIns="0" rIns="0" bIns="0" anchor="t"/>
          <a:lstStyle/>
          <a:p>
            <a:pPr algn="l">
              <a:lnSpc>
                <a:spcPct val="115000"/>
              </a:lnSpc>
              <a:spcAft>
                <a:spcPts val="0"/>
              </a:spcAft>
            </a:pPr>
            <a:r>
              <a:rPr sz="1350" b="0">
                <a:solidFill>
                  <a:srgbClr val="34343D"/>
                </a:solidFill>
                <a:latin typeface="Ubuntu Light"/>
              </a:rPr>
              <a:t>We gather your procedures, maps and notes, plus a system event log where one exists, and draft a first model.</a:t>
            </a:r>
          </a:p>
        </p:txBody>
      </p:sp>
      <p:sp>
        <p:nvSpPr>
          <p:cNvPr id="9" name="TextBox 8"/>
          <p:cNvSpPr txBox="1"/>
          <p:nvPr/>
        </p:nvSpPr>
        <p:spPr>
          <a:xfrm>
            <a:off x="603504" y="5413248"/>
            <a:ext cx="2075688" cy="548640"/>
          </a:xfrm>
          <a:prstGeom prst="rect">
            <a:avLst/>
          </a:prstGeom>
          <a:noFill/>
        </p:spPr>
        <p:txBody>
          <a:bodyPr wrap="square" lIns="0" tIns="0" rIns="0" bIns="0" anchor="t"/>
          <a:lstStyle/>
          <a:p>
            <a:pPr algn="l">
              <a:lnSpc>
                <a:spcPct val="115000"/>
              </a:lnSpc>
              <a:spcAft>
                <a:spcPts val="0"/>
              </a:spcAft>
            </a:pPr>
            <a:r>
              <a:rPr sz="1250" b="0">
                <a:solidFill>
                  <a:srgbClr val="121A38"/>
                </a:solidFill>
                <a:latin typeface="Ubuntu"/>
              </a:rPr>
              <a:t>AI-drafted model, reviewed by our team</a:t>
            </a:r>
          </a:p>
        </p:txBody>
      </p:sp>
      <p:cxnSp>
        <p:nvCxnSpPr>
          <p:cNvPr id="10" name="Connector 9"/>
          <p:cNvCxnSpPr/>
          <p:nvPr/>
        </p:nvCxnSpPr>
        <p:spPr>
          <a:xfrm>
            <a:off x="2830068" y="2331720"/>
            <a:ext cx="2075688" cy="0"/>
          </a:xfrm>
          <a:prstGeom prst="line">
            <a:avLst/>
          </a:prstGeom>
          <a:ln w="28575">
            <a:solidFill>
              <a:srgbClr val="0058A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30068" y="2487168"/>
            <a:ext cx="2075688" cy="274320"/>
          </a:xfrm>
          <a:prstGeom prst="rect">
            <a:avLst/>
          </a:prstGeom>
          <a:noFill/>
        </p:spPr>
        <p:txBody>
          <a:bodyPr wrap="square" lIns="0" tIns="0" rIns="0" bIns="0" anchor="t"/>
          <a:lstStyle/>
          <a:p>
            <a:pPr algn="l">
              <a:lnSpc>
                <a:spcPct val="115000"/>
              </a:lnSpc>
              <a:spcAft>
                <a:spcPts val="0"/>
              </a:spcAft>
            </a:pPr>
            <a:r>
              <a:rPr sz="1100" b="1">
                <a:solidFill>
                  <a:srgbClr val="0058AB"/>
                </a:solidFill>
                <a:latin typeface="Ubuntu"/>
              </a:rPr>
              <a:t>01</a:t>
            </a:r>
          </a:p>
        </p:txBody>
      </p:sp>
      <p:sp>
        <p:nvSpPr>
          <p:cNvPr id="12" name="TextBox 11"/>
          <p:cNvSpPr txBox="1"/>
          <p:nvPr/>
        </p:nvSpPr>
        <p:spPr>
          <a:xfrm>
            <a:off x="2830068" y="2743200"/>
            <a:ext cx="2075688"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Understand</a:t>
            </a:r>
          </a:p>
        </p:txBody>
      </p:sp>
      <p:sp>
        <p:nvSpPr>
          <p:cNvPr id="13" name="TextBox 12"/>
          <p:cNvSpPr txBox="1"/>
          <p:nvPr/>
        </p:nvSpPr>
        <p:spPr>
          <a:xfrm>
            <a:off x="2830068" y="3127248"/>
            <a:ext cx="2075688" cy="1737360"/>
          </a:xfrm>
          <a:prstGeom prst="rect">
            <a:avLst/>
          </a:prstGeom>
          <a:noFill/>
        </p:spPr>
        <p:txBody>
          <a:bodyPr wrap="square" lIns="0" tIns="0" rIns="0" bIns="0" anchor="t"/>
          <a:lstStyle/>
          <a:p>
            <a:pPr algn="l">
              <a:lnSpc>
                <a:spcPct val="115000"/>
              </a:lnSpc>
              <a:spcAft>
                <a:spcPts val="0"/>
              </a:spcAft>
            </a:pPr>
            <a:r>
              <a:rPr sz="1350" b="0">
                <a:solidFill>
                  <a:srgbClr val="34343D"/>
                </a:solidFill>
                <a:latin typeface="Ubuntu Light"/>
              </a:rPr>
              <a:t>We walk routine cases and exceptions with the people who do the work, correct the model live and capture findings.</a:t>
            </a:r>
          </a:p>
        </p:txBody>
      </p:sp>
      <p:sp>
        <p:nvSpPr>
          <p:cNvPr id="14" name="TextBox 13"/>
          <p:cNvSpPr txBox="1"/>
          <p:nvPr/>
        </p:nvSpPr>
        <p:spPr>
          <a:xfrm>
            <a:off x="2830068" y="5413248"/>
            <a:ext cx="2075688" cy="548640"/>
          </a:xfrm>
          <a:prstGeom prst="rect">
            <a:avLst/>
          </a:prstGeom>
          <a:noFill/>
        </p:spPr>
        <p:txBody>
          <a:bodyPr wrap="square" lIns="0" tIns="0" rIns="0" bIns="0" anchor="t"/>
          <a:lstStyle/>
          <a:p>
            <a:pPr algn="l">
              <a:lnSpc>
                <a:spcPct val="115000"/>
              </a:lnSpc>
              <a:spcAft>
                <a:spcPts val="0"/>
              </a:spcAft>
            </a:pPr>
            <a:r>
              <a:rPr sz="1250" b="0">
                <a:solidFill>
                  <a:srgbClr val="121A38"/>
                </a:solidFill>
                <a:latin typeface="Ubuntu"/>
              </a:rPr>
              <a:t>Walkthrough and findings at each step</a:t>
            </a:r>
          </a:p>
        </p:txBody>
      </p:sp>
      <p:cxnSp>
        <p:nvCxnSpPr>
          <p:cNvPr id="15" name="Connector 14"/>
          <p:cNvCxnSpPr/>
          <p:nvPr/>
        </p:nvCxnSpPr>
        <p:spPr>
          <a:xfrm>
            <a:off x="5056632" y="2331720"/>
            <a:ext cx="2075688" cy="0"/>
          </a:xfrm>
          <a:prstGeom prst="line">
            <a:avLst/>
          </a:prstGeom>
          <a:ln w="28575">
            <a:solidFill>
              <a:srgbClr val="0058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56632" y="2487168"/>
            <a:ext cx="2075688" cy="274320"/>
          </a:xfrm>
          <a:prstGeom prst="rect">
            <a:avLst/>
          </a:prstGeom>
          <a:noFill/>
        </p:spPr>
        <p:txBody>
          <a:bodyPr wrap="square" lIns="0" tIns="0" rIns="0" bIns="0" anchor="t"/>
          <a:lstStyle/>
          <a:p>
            <a:pPr algn="l">
              <a:lnSpc>
                <a:spcPct val="115000"/>
              </a:lnSpc>
              <a:spcAft>
                <a:spcPts val="0"/>
              </a:spcAft>
            </a:pPr>
            <a:r>
              <a:rPr sz="1100" b="1">
                <a:solidFill>
                  <a:srgbClr val="0058AB"/>
                </a:solidFill>
                <a:latin typeface="Ubuntu"/>
              </a:rPr>
              <a:t>02</a:t>
            </a:r>
          </a:p>
        </p:txBody>
      </p:sp>
      <p:sp>
        <p:nvSpPr>
          <p:cNvPr id="17" name="TextBox 16"/>
          <p:cNvSpPr txBox="1"/>
          <p:nvPr/>
        </p:nvSpPr>
        <p:spPr>
          <a:xfrm>
            <a:off x="5056632" y="2743200"/>
            <a:ext cx="2075688"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Reimagine</a:t>
            </a:r>
          </a:p>
        </p:txBody>
      </p:sp>
      <p:sp>
        <p:nvSpPr>
          <p:cNvPr id="18" name="TextBox 17"/>
          <p:cNvSpPr txBox="1"/>
          <p:nvPr/>
        </p:nvSpPr>
        <p:spPr>
          <a:xfrm>
            <a:off x="5056632" y="3127248"/>
            <a:ext cx="2075688" cy="1737360"/>
          </a:xfrm>
          <a:prstGeom prst="rect">
            <a:avLst/>
          </a:prstGeom>
          <a:noFill/>
        </p:spPr>
        <p:txBody>
          <a:bodyPr wrap="square" lIns="0" tIns="0" rIns="0" bIns="0" anchor="t"/>
          <a:lstStyle/>
          <a:p>
            <a:pPr algn="l">
              <a:lnSpc>
                <a:spcPct val="115000"/>
              </a:lnSpc>
              <a:spcAft>
                <a:spcPts val="0"/>
              </a:spcAft>
            </a:pPr>
            <a:r>
              <a:rPr sz="1350" b="0">
                <a:solidFill>
                  <a:srgbClr val="34343D"/>
                </a:solidFill>
                <a:latin typeface="Ubuntu Light"/>
              </a:rPr>
              <a:t>We try removing, simplifying and connecting steps before adding automation and AI, and design the controls.</a:t>
            </a:r>
          </a:p>
        </p:txBody>
      </p:sp>
      <p:sp>
        <p:nvSpPr>
          <p:cNvPr id="19" name="TextBox 18"/>
          <p:cNvSpPr txBox="1"/>
          <p:nvPr/>
        </p:nvSpPr>
        <p:spPr>
          <a:xfrm>
            <a:off x="5056632" y="5413248"/>
            <a:ext cx="2075688" cy="548640"/>
          </a:xfrm>
          <a:prstGeom prst="rect">
            <a:avLst/>
          </a:prstGeom>
          <a:noFill/>
        </p:spPr>
        <p:txBody>
          <a:bodyPr wrap="square" lIns="0" tIns="0" rIns="0" bIns="0" anchor="t"/>
          <a:lstStyle/>
          <a:p>
            <a:pPr algn="l">
              <a:lnSpc>
                <a:spcPct val="115000"/>
              </a:lnSpc>
              <a:spcAft>
                <a:spcPts val="0"/>
              </a:spcAft>
            </a:pPr>
            <a:r>
              <a:rPr sz="1250" b="0">
                <a:solidFill>
                  <a:srgbClr val="121A38"/>
                </a:solidFill>
                <a:latin typeface="Ubuntu"/>
              </a:rPr>
              <a:t>Future alternatives and automation designs</a:t>
            </a:r>
          </a:p>
        </p:txBody>
      </p:sp>
      <p:cxnSp>
        <p:nvCxnSpPr>
          <p:cNvPr id="20" name="Connector 19"/>
          <p:cNvCxnSpPr/>
          <p:nvPr/>
        </p:nvCxnSpPr>
        <p:spPr>
          <a:xfrm>
            <a:off x="7283196" y="2331720"/>
            <a:ext cx="2075688" cy="0"/>
          </a:xfrm>
          <a:prstGeom prst="line">
            <a:avLst/>
          </a:prstGeom>
          <a:ln w="28575">
            <a:solidFill>
              <a:srgbClr val="0058A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83196" y="2487168"/>
            <a:ext cx="2075688" cy="274320"/>
          </a:xfrm>
          <a:prstGeom prst="rect">
            <a:avLst/>
          </a:prstGeom>
          <a:noFill/>
        </p:spPr>
        <p:txBody>
          <a:bodyPr wrap="square" lIns="0" tIns="0" rIns="0" bIns="0" anchor="t"/>
          <a:lstStyle/>
          <a:p>
            <a:pPr algn="l">
              <a:lnSpc>
                <a:spcPct val="115000"/>
              </a:lnSpc>
              <a:spcAft>
                <a:spcPts val="0"/>
              </a:spcAft>
            </a:pPr>
            <a:r>
              <a:rPr sz="1100" b="1">
                <a:solidFill>
                  <a:srgbClr val="0058AB"/>
                </a:solidFill>
                <a:latin typeface="Ubuntu"/>
              </a:rPr>
              <a:t>03</a:t>
            </a:r>
          </a:p>
        </p:txBody>
      </p:sp>
      <p:sp>
        <p:nvSpPr>
          <p:cNvPr id="22" name="TextBox 21"/>
          <p:cNvSpPr txBox="1"/>
          <p:nvPr/>
        </p:nvSpPr>
        <p:spPr>
          <a:xfrm>
            <a:off x="7283196" y="2743200"/>
            <a:ext cx="2075688"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Evaluate</a:t>
            </a:r>
          </a:p>
        </p:txBody>
      </p:sp>
      <p:sp>
        <p:nvSpPr>
          <p:cNvPr id="23" name="TextBox 22"/>
          <p:cNvSpPr txBox="1"/>
          <p:nvPr/>
        </p:nvSpPr>
        <p:spPr>
          <a:xfrm>
            <a:off x="7283196" y="3127248"/>
            <a:ext cx="2075688" cy="1737360"/>
          </a:xfrm>
          <a:prstGeom prst="rect">
            <a:avLst/>
          </a:prstGeom>
          <a:noFill/>
        </p:spPr>
        <p:txBody>
          <a:bodyPr wrap="square" lIns="0" tIns="0" rIns="0" bIns="0" anchor="t"/>
          <a:lstStyle/>
          <a:p>
            <a:pPr algn="l">
              <a:lnSpc>
                <a:spcPct val="115000"/>
              </a:lnSpc>
              <a:spcAft>
                <a:spcPts val="0"/>
              </a:spcAft>
            </a:pPr>
            <a:r>
              <a:rPr sz="1350" b="0">
                <a:solidFill>
                  <a:srgbClr val="34343D"/>
                </a:solidFill>
                <a:latin typeface="Ubuntu Light"/>
              </a:rPr>
              <a:t>We model cycle time, effort and cost against today's baseline, test key assumptions and rank opportunities.</a:t>
            </a:r>
          </a:p>
        </p:txBody>
      </p:sp>
      <p:sp>
        <p:nvSpPr>
          <p:cNvPr id="24" name="TextBox 23"/>
          <p:cNvSpPr txBox="1"/>
          <p:nvPr/>
        </p:nvSpPr>
        <p:spPr>
          <a:xfrm>
            <a:off x="7283196" y="5413248"/>
            <a:ext cx="2075688" cy="548640"/>
          </a:xfrm>
          <a:prstGeom prst="rect">
            <a:avLst/>
          </a:prstGeom>
          <a:noFill/>
        </p:spPr>
        <p:txBody>
          <a:bodyPr wrap="square" lIns="0" tIns="0" rIns="0" bIns="0" anchor="t"/>
          <a:lstStyle/>
          <a:p>
            <a:pPr algn="l">
              <a:lnSpc>
                <a:spcPct val="115000"/>
              </a:lnSpc>
              <a:spcAft>
                <a:spcPts val="0"/>
              </a:spcAft>
            </a:pPr>
            <a:r>
              <a:rPr sz="1250" b="0">
                <a:solidFill>
                  <a:srgbClr val="121A38"/>
                </a:solidFill>
                <a:latin typeface="Ubuntu"/>
              </a:rPr>
              <a:t>Value, sensitivity, matrix and waves</a:t>
            </a:r>
          </a:p>
        </p:txBody>
      </p:sp>
      <p:cxnSp>
        <p:nvCxnSpPr>
          <p:cNvPr id="25" name="Connector 24"/>
          <p:cNvCxnSpPr/>
          <p:nvPr/>
        </p:nvCxnSpPr>
        <p:spPr>
          <a:xfrm>
            <a:off x="9509760" y="2331720"/>
            <a:ext cx="2075688" cy="0"/>
          </a:xfrm>
          <a:prstGeom prst="line">
            <a:avLst/>
          </a:prstGeom>
          <a:ln w="28575">
            <a:solidFill>
              <a:srgbClr val="C5C5C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09760" y="2487168"/>
            <a:ext cx="2075688" cy="274320"/>
          </a:xfrm>
          <a:prstGeom prst="rect">
            <a:avLst/>
          </a:prstGeom>
          <a:noFill/>
        </p:spPr>
        <p:txBody>
          <a:bodyPr wrap="square" lIns="0" tIns="0" rIns="0" bIns="0" anchor="t"/>
          <a:lstStyle/>
          <a:p>
            <a:pPr algn="l">
              <a:lnSpc>
                <a:spcPct val="115000"/>
              </a:lnSpc>
              <a:spcAft>
                <a:spcPts val="0"/>
              </a:spcAft>
            </a:pPr>
            <a:r>
              <a:rPr sz="1100" b="1">
                <a:solidFill>
                  <a:srgbClr val="6B6B78"/>
                </a:solidFill>
                <a:latin typeface="Ubuntu"/>
              </a:rPr>
              <a:t>AFTER</a:t>
            </a:r>
          </a:p>
        </p:txBody>
      </p:sp>
      <p:sp>
        <p:nvSpPr>
          <p:cNvPr id="27" name="TextBox 26"/>
          <p:cNvSpPr txBox="1"/>
          <p:nvPr/>
        </p:nvSpPr>
        <p:spPr>
          <a:xfrm>
            <a:off x="9509760" y="2743200"/>
            <a:ext cx="2075688"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Hand over</a:t>
            </a:r>
          </a:p>
        </p:txBody>
      </p:sp>
      <p:sp>
        <p:nvSpPr>
          <p:cNvPr id="28" name="TextBox 27"/>
          <p:cNvSpPr txBox="1"/>
          <p:nvPr/>
        </p:nvSpPr>
        <p:spPr>
          <a:xfrm>
            <a:off x="9509760" y="3127248"/>
            <a:ext cx="2075688" cy="1737360"/>
          </a:xfrm>
          <a:prstGeom prst="rect">
            <a:avLst/>
          </a:prstGeom>
          <a:noFill/>
        </p:spPr>
        <p:txBody>
          <a:bodyPr wrap="square" lIns="0" tIns="0" rIns="0" bIns="0" anchor="t"/>
          <a:lstStyle/>
          <a:p>
            <a:pPr algn="l">
              <a:lnSpc>
                <a:spcPct val="115000"/>
              </a:lnSpc>
              <a:spcAft>
                <a:spcPts val="0"/>
              </a:spcAft>
            </a:pPr>
            <a:r>
              <a:rPr sz="1350" b="0">
                <a:solidFill>
                  <a:srgbClr val="34343D"/>
                </a:solidFill>
                <a:latin typeface="Ubuntu Light"/>
              </a:rPr>
              <a:t>We agree a checkpoint, produce the pilot brief and report, and send a review form to wider stakeholders.</a:t>
            </a:r>
          </a:p>
        </p:txBody>
      </p:sp>
      <p:sp>
        <p:nvSpPr>
          <p:cNvPr id="29" name="TextBox 28"/>
          <p:cNvSpPr txBox="1"/>
          <p:nvPr/>
        </p:nvSpPr>
        <p:spPr>
          <a:xfrm>
            <a:off x="9509760" y="5413248"/>
            <a:ext cx="2075688" cy="548640"/>
          </a:xfrm>
          <a:prstGeom prst="rect">
            <a:avLst/>
          </a:prstGeom>
          <a:noFill/>
        </p:spPr>
        <p:txBody>
          <a:bodyPr wrap="square" lIns="0" tIns="0" rIns="0" bIns="0" anchor="t"/>
          <a:lstStyle/>
          <a:p>
            <a:pPr algn="l">
              <a:lnSpc>
                <a:spcPct val="115000"/>
              </a:lnSpc>
              <a:spcAft>
                <a:spcPts val="0"/>
              </a:spcAft>
            </a:pPr>
            <a:r>
              <a:rPr sz="1250" b="0">
                <a:solidFill>
                  <a:srgbClr val="121A38"/>
                </a:solidFill>
                <a:latin typeface="Ubuntu"/>
              </a:rPr>
              <a:t>Pilot brief, report, review form and exports</a:t>
            </a:r>
          </a:p>
        </p:txBody>
      </p:sp>
      <p:cxnSp>
        <p:nvCxnSpPr>
          <p:cNvPr id="30" name="Connector 29"/>
          <p:cNvCxnSpPr/>
          <p:nvPr/>
        </p:nvCxnSpPr>
        <p:spPr>
          <a:xfrm>
            <a:off x="603504" y="4983480"/>
            <a:ext cx="10981944"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3504" y="5102352"/>
            <a:ext cx="5486400" cy="274320"/>
          </a:xfrm>
          <a:prstGeom prst="rect">
            <a:avLst/>
          </a:prstGeom>
          <a:noFill/>
        </p:spPr>
        <p:txBody>
          <a:bodyPr wrap="square" lIns="0" tIns="0" rIns="0" bIns="0" anchor="t"/>
          <a:lstStyle/>
          <a:p>
            <a:pPr algn="l">
              <a:lnSpc>
                <a:spcPct val="115000"/>
              </a:lnSpc>
              <a:spcAft>
                <a:spcPts val="0"/>
              </a:spcAft>
            </a:pPr>
            <a:r>
              <a:rPr sz="1050" b="1" spc="120">
                <a:solidFill>
                  <a:srgbClr val="6B6B78"/>
                </a:solidFill>
                <a:latin typeface="Ubuntu"/>
              </a:rPr>
              <a:t>ON SCREEN IN AIXRAY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Agree how the work runs today</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01  UNDERSTAND</a:t>
            </a:r>
          </a:p>
        </p:txBody>
      </p:sp>
      <p:pic>
        <p:nvPicPr>
          <p:cNvPr id="4" name="Picture 3" descr="03-capture.png"/>
          <p:cNvPicPr>
            <a:picLocks noChangeAspect="1"/>
          </p:cNvPicPr>
          <p:nvPr/>
        </p:nvPicPr>
        <p:blipFill>
          <a:blip r:embed="rId3"/>
          <a:stretch>
            <a:fillRect/>
          </a:stretch>
        </p:blipFill>
        <p:spPr>
          <a:xfrm>
            <a:off x="603504" y="1645920"/>
            <a:ext cx="6172200" cy="3857625"/>
          </a:xfrm>
          <a:prstGeom prst="rect">
            <a:avLst/>
          </a:prstGeom>
          <a:ln w="9525">
            <a:solidFill>
              <a:srgbClr val="DDDDE2"/>
            </a:solidFill>
          </a:ln>
        </p:spPr>
      </p:pic>
      <p:sp>
        <p:nvSpPr>
          <p:cNvPr id="5" name="TextBox 4"/>
          <p:cNvSpPr txBox="1"/>
          <p:nvPr/>
        </p:nvSpPr>
        <p:spPr>
          <a:xfrm>
            <a:off x="603504" y="5577840"/>
            <a:ext cx="6172200" cy="274320"/>
          </a:xfrm>
          <a:prstGeom prst="rect">
            <a:avLst/>
          </a:prstGeom>
          <a:noFill/>
        </p:spPr>
        <p:txBody>
          <a:bodyPr wrap="square" lIns="0" tIns="0" rIns="0" bIns="0" anchor="t"/>
          <a:lstStyle/>
          <a:p>
            <a:pPr algn="l">
              <a:lnSpc>
                <a:spcPct val="115000"/>
              </a:lnSpc>
              <a:spcAft>
                <a:spcPts val="0"/>
              </a:spcAft>
            </a:pPr>
            <a:r>
              <a:rPr sz="1100" b="0">
                <a:solidFill>
                  <a:srgbClr val="6B6B78"/>
                </a:solidFill>
                <a:latin typeface="Ubuntu Light"/>
              </a:rPr>
              <a:t>Findings recorded on the step they belong to. Illustrative example, demonstration data.</a:t>
            </a:r>
          </a:p>
        </p:txBody>
      </p:sp>
      <p:sp>
        <p:nvSpPr>
          <p:cNvPr id="6" name="TextBox 5"/>
          <p:cNvSpPr txBox="1"/>
          <p:nvPr/>
        </p:nvSpPr>
        <p:spPr>
          <a:xfrm>
            <a:off x="7178040" y="1645920"/>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A</a:t>
            </a:r>
          </a:p>
        </p:txBody>
      </p:sp>
      <p:sp>
        <p:nvSpPr>
          <p:cNvPr id="7" name="TextBox 6"/>
          <p:cNvSpPr txBox="1"/>
          <p:nvPr/>
        </p:nvSpPr>
        <p:spPr>
          <a:xfrm>
            <a:off x="7589519" y="1664208"/>
            <a:ext cx="3995928"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Start from what you have. </a:t>
            </a:r>
            <a:r>
              <a:rPr sz="1400" b="0">
                <a:solidFill>
                  <a:srgbClr val="34343D"/>
                </a:solidFill>
                <a:latin typeface="Ubuntu Light"/>
              </a:rPr>
              <a:t>Procedures, maps, slides, notes or BPMN files. AI can draft the first model; our team reviews it before you see it.</a:t>
            </a:r>
          </a:p>
        </p:txBody>
      </p:sp>
      <p:cxnSp>
        <p:nvCxnSpPr>
          <p:cNvPr id="8" name="Connector 7"/>
          <p:cNvCxnSpPr/>
          <p:nvPr/>
        </p:nvCxnSpPr>
        <p:spPr>
          <a:xfrm>
            <a:off x="7178040" y="2500884"/>
            <a:ext cx="440740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78040" y="2619756"/>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B</a:t>
            </a:r>
          </a:p>
        </p:txBody>
      </p:sp>
      <p:sp>
        <p:nvSpPr>
          <p:cNvPr id="10" name="TextBox 9"/>
          <p:cNvSpPr txBox="1"/>
          <p:nvPr/>
        </p:nvSpPr>
        <p:spPr>
          <a:xfrm>
            <a:off x="7589519" y="2638044"/>
            <a:ext cx="3995928"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Walk the routes. </a:t>
            </a:r>
            <a:r>
              <a:rPr sz="1400" b="0">
                <a:solidFill>
                  <a:srgbClr val="34343D"/>
                </a:solidFill>
                <a:latin typeface="Ubuntu Light"/>
              </a:rPr>
              <a:t>The routine case first, then the exceptions, choosing each branch with the participants.</a:t>
            </a:r>
          </a:p>
        </p:txBody>
      </p:sp>
      <p:cxnSp>
        <p:nvCxnSpPr>
          <p:cNvPr id="11" name="Connector 10"/>
          <p:cNvCxnSpPr/>
          <p:nvPr/>
        </p:nvCxnSpPr>
        <p:spPr>
          <a:xfrm>
            <a:off x="7178040" y="3474720"/>
            <a:ext cx="440740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78040" y="3593592"/>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C</a:t>
            </a:r>
          </a:p>
        </p:txBody>
      </p:sp>
      <p:sp>
        <p:nvSpPr>
          <p:cNvPr id="13" name="TextBox 12"/>
          <p:cNvSpPr txBox="1"/>
          <p:nvPr/>
        </p:nvSpPr>
        <p:spPr>
          <a:xfrm>
            <a:off x="7589519" y="3611880"/>
            <a:ext cx="3995928"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Capture at the step. </a:t>
            </a:r>
            <a:r>
              <a:rPr sz="1400" b="0">
                <a:solidFill>
                  <a:srgbClr val="34343D"/>
                </a:solidFill>
                <a:latin typeface="Ubuntu Light"/>
              </a:rPr>
              <a:t>Pain points, open questions and decisions are recorded where they arise, each with an owner.</a:t>
            </a:r>
          </a:p>
        </p:txBody>
      </p:sp>
      <p:cxnSp>
        <p:nvCxnSpPr>
          <p:cNvPr id="14" name="Connector 13"/>
          <p:cNvCxnSpPr/>
          <p:nvPr/>
        </p:nvCxnSpPr>
        <p:spPr>
          <a:xfrm>
            <a:off x="7178040" y="4448556"/>
            <a:ext cx="440740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178040" y="4567428"/>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D</a:t>
            </a:r>
          </a:p>
        </p:txBody>
      </p:sp>
      <p:sp>
        <p:nvSpPr>
          <p:cNvPr id="16" name="TextBox 15"/>
          <p:cNvSpPr txBox="1"/>
          <p:nvPr/>
        </p:nvSpPr>
        <p:spPr>
          <a:xfrm>
            <a:off x="7589519" y="4585716"/>
            <a:ext cx="3995928"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Keep evidence apart from belief. </a:t>
            </a:r>
            <a:r>
              <a:rPr sz="1400" b="0">
                <a:solidFill>
                  <a:srgbClr val="34343D"/>
                </a:solidFill>
                <a:latin typeface="Ubuntu Light"/>
              </a:rPr>
              <a:t>Each step shows where it came from and whether you have confirmed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 the future process against a locked baseline</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02  REIMAGINE</a:t>
            </a:r>
          </a:p>
        </p:txBody>
      </p:sp>
      <p:sp>
        <p:nvSpPr>
          <p:cNvPr id="4" name="TextBox 3"/>
          <p:cNvSpPr txBox="1"/>
          <p:nvPr/>
        </p:nvSpPr>
        <p:spPr>
          <a:xfrm>
            <a:off x="603504" y="1645920"/>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A</a:t>
            </a:r>
          </a:p>
        </p:txBody>
      </p:sp>
      <p:sp>
        <p:nvSpPr>
          <p:cNvPr id="5" name="TextBox 4"/>
          <p:cNvSpPr txBox="1"/>
          <p:nvPr/>
        </p:nvSpPr>
        <p:spPr>
          <a:xfrm>
            <a:off x="1014984" y="1664208"/>
            <a:ext cx="3794759" cy="981455"/>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Simpler changes first. </a:t>
            </a:r>
            <a:r>
              <a:rPr sz="1400" b="0">
                <a:solidFill>
                  <a:srgbClr val="34343D"/>
                </a:solidFill>
                <a:latin typeface="Ubuntu Light"/>
              </a:rPr>
              <a:t>Each opportunity asks whether removing, simplifying, standardizing or connecting systems would do the job before automation or AI.</a:t>
            </a:r>
          </a:p>
        </p:txBody>
      </p:sp>
      <p:cxnSp>
        <p:nvCxnSpPr>
          <p:cNvPr id="6" name="Connector 5"/>
          <p:cNvCxnSpPr/>
          <p:nvPr/>
        </p:nvCxnSpPr>
        <p:spPr>
          <a:xfrm>
            <a:off x="603504" y="2764536"/>
            <a:ext cx="420624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2901696"/>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B</a:t>
            </a:r>
          </a:p>
        </p:txBody>
      </p:sp>
      <p:sp>
        <p:nvSpPr>
          <p:cNvPr id="8" name="TextBox 7"/>
          <p:cNvSpPr txBox="1"/>
          <p:nvPr/>
        </p:nvSpPr>
        <p:spPr>
          <a:xfrm>
            <a:off x="1014984" y="2919984"/>
            <a:ext cx="3794759" cy="981455"/>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A baseline that cannot drift. </a:t>
            </a:r>
            <a:r>
              <a:rPr sz="1400" b="0">
                <a:solidFill>
                  <a:srgbClr val="34343D"/>
                </a:solidFill>
                <a:latin typeface="Ubuntu Light"/>
              </a:rPr>
              <a:t>Today's process is locked. Every future alternative records which steps changed, were added or removed, and why.</a:t>
            </a:r>
          </a:p>
        </p:txBody>
      </p:sp>
      <p:cxnSp>
        <p:nvCxnSpPr>
          <p:cNvPr id="9" name="Connector 8"/>
          <p:cNvCxnSpPr/>
          <p:nvPr/>
        </p:nvCxnSpPr>
        <p:spPr>
          <a:xfrm>
            <a:off x="603504" y="4020312"/>
            <a:ext cx="420624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4157472"/>
            <a:ext cx="41148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C</a:t>
            </a:r>
          </a:p>
        </p:txBody>
      </p:sp>
      <p:sp>
        <p:nvSpPr>
          <p:cNvPr id="11" name="TextBox 10"/>
          <p:cNvSpPr txBox="1"/>
          <p:nvPr/>
        </p:nvSpPr>
        <p:spPr>
          <a:xfrm>
            <a:off x="1014984" y="4175760"/>
            <a:ext cx="3794759" cy="736092"/>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Side by side, on one clock. </a:t>
            </a:r>
            <a:r>
              <a:rPr sz="1400" b="0">
                <a:solidFill>
                  <a:srgbClr val="34343D"/>
                </a:solidFill>
                <a:latin typeface="Ubuntu Light"/>
              </a:rPr>
              <a:t>Both versions play together, so the room sees where time, handoffs and waits fall away.</a:t>
            </a:r>
          </a:p>
        </p:txBody>
      </p:sp>
      <p:pic>
        <p:nvPicPr>
          <p:cNvPr id="12" name="Picture 11" descr="05-compare.png"/>
          <p:cNvPicPr>
            <a:picLocks noChangeAspect="1"/>
          </p:cNvPicPr>
          <p:nvPr/>
        </p:nvPicPr>
        <p:blipFill>
          <a:blip r:embed="rId3"/>
          <a:stretch>
            <a:fillRect/>
          </a:stretch>
        </p:blipFill>
        <p:spPr>
          <a:xfrm>
            <a:off x="5257800" y="1645920"/>
            <a:ext cx="6327648" cy="3954780"/>
          </a:xfrm>
          <a:prstGeom prst="rect">
            <a:avLst/>
          </a:prstGeom>
          <a:ln w="9525">
            <a:solidFill>
              <a:srgbClr val="DDDDE2"/>
            </a:solidFill>
          </a:ln>
        </p:spPr>
      </p:pic>
      <p:sp>
        <p:nvSpPr>
          <p:cNvPr id="13" name="TextBox 12"/>
          <p:cNvSpPr txBox="1"/>
          <p:nvPr/>
        </p:nvSpPr>
        <p:spPr>
          <a:xfrm>
            <a:off x="5257800" y="5669280"/>
            <a:ext cx="6327648" cy="274320"/>
          </a:xfrm>
          <a:prstGeom prst="rect">
            <a:avLst/>
          </a:prstGeom>
          <a:noFill/>
        </p:spPr>
        <p:txBody>
          <a:bodyPr wrap="square" lIns="0" tIns="0" rIns="0" bIns="0" anchor="t"/>
          <a:lstStyle/>
          <a:p>
            <a:pPr algn="l">
              <a:lnSpc>
                <a:spcPct val="115000"/>
              </a:lnSpc>
              <a:spcAft>
                <a:spcPts val="0"/>
              </a:spcAft>
            </a:pPr>
            <a:r>
              <a:rPr sz="1100" b="0">
                <a:solidFill>
                  <a:srgbClr val="6B6B78"/>
                </a:solidFill>
                <a:latin typeface="Ubuntu Light"/>
              </a:rPr>
              <a:t>Current and proposed future state with the scorecard. Illustrative example, demonstration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Every AI step is designed with its controls</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02  REIMAGINE</a:t>
            </a:r>
          </a:p>
        </p:txBody>
      </p:sp>
      <p:sp>
        <p:nvSpPr>
          <p:cNvPr id="4" name="TextBox 3"/>
          <p:cNvSpPr txBox="1"/>
          <p:nvPr/>
        </p:nvSpPr>
        <p:spPr>
          <a:xfrm>
            <a:off x="603504" y="1645920"/>
            <a:ext cx="3566160" cy="2926080"/>
          </a:xfrm>
          <a:prstGeom prst="rect">
            <a:avLst/>
          </a:prstGeom>
          <a:noFill/>
        </p:spPr>
        <p:txBody>
          <a:bodyPr wrap="square" lIns="0" tIns="0" rIns="0" bIns="0" anchor="t"/>
          <a:lstStyle/>
          <a:p>
            <a:pPr algn="l">
              <a:lnSpc>
                <a:spcPct val="120000"/>
              </a:lnSpc>
              <a:spcAft>
                <a:spcPts val="1200"/>
              </a:spcAft>
            </a:pPr>
            <a:r>
              <a:rPr sz="1600" b="0">
                <a:solidFill>
                  <a:srgbClr val="121A38"/>
                </a:solidFill>
                <a:latin typeface="Ubuntu Light"/>
              </a:rPr>
              <a:t>For each step where automation or AI does the work, we write down how it is supervised before it goes anywhere near a pilot.</a:t>
            </a:r>
          </a:p>
          <a:p>
            <a:pPr algn="l">
              <a:lnSpc>
                <a:spcPct val="120000"/>
              </a:lnSpc>
              <a:spcAft>
                <a:spcPts val="1200"/>
              </a:spcAft>
            </a:pPr>
            <a:r>
              <a:rPr sz="1600" b="0">
                <a:solidFill>
                  <a:srgbClr val="121A38"/>
                </a:solidFill>
                <a:latin typeface="Ubuntu Light"/>
              </a:rPr>
              <a:t>Approvals, permissions, escalation and test criteria stay attached to the design and flow into the pilot brief and its acceptance criteria.</a:t>
            </a:r>
          </a:p>
        </p:txBody>
      </p:sp>
      <p:pic>
        <p:nvPicPr>
          <p:cNvPr id="5" name="Picture 4" descr="thumbs-up.png"/>
          <p:cNvPicPr>
            <a:picLocks noChangeAspect="1"/>
          </p:cNvPicPr>
          <p:nvPr/>
        </p:nvPicPr>
        <p:blipFill>
          <a:blip r:embed="rId3"/>
          <a:stretch>
            <a:fillRect/>
          </a:stretch>
        </p:blipFill>
        <p:spPr>
          <a:xfrm>
            <a:off x="603504" y="4617720"/>
            <a:ext cx="670951" cy="777240"/>
          </a:xfrm>
          <a:prstGeom prst="rect">
            <a:avLst/>
          </a:prstGeom>
        </p:spPr>
      </p:pic>
      <p:sp>
        <p:nvSpPr>
          <p:cNvPr id="6" name="TextBox 5"/>
          <p:cNvSpPr txBox="1"/>
          <p:nvPr/>
        </p:nvSpPr>
        <p:spPr>
          <a:xfrm>
            <a:off x="1417320" y="4754880"/>
            <a:ext cx="2743200" cy="548640"/>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People keep the decisions that need judgment.</a:t>
            </a:r>
          </a:p>
        </p:txBody>
      </p:sp>
      <p:graphicFrame>
        <p:nvGraphicFramePr>
          <p:cNvPr id="7" name="Table 6"/>
          <p:cNvGraphicFramePr>
            <a:graphicFrameLocks noGrp="1"/>
          </p:cNvGraphicFramePr>
          <p:nvPr/>
        </p:nvGraphicFramePr>
        <p:xfrm>
          <a:off x="4572000" y="1645920"/>
          <a:ext cx="7013448" cy="3410712"/>
        </p:xfrm>
        <a:graphic>
          <a:graphicData uri="http://schemas.openxmlformats.org/drawingml/2006/table">
            <a:tbl>
              <a:tblPr>
                <a:tableStyleId>{5C22544A-7EE6-4342-B048-85BDC9FD1C3A}</a:tableStyleId>
              </a:tblPr>
              <a:tblGrid>
                <a:gridCol w="2148840">
                  <a:extLst>
                    <a:ext uri="{9D8B030D-6E8A-4147-A177-3AD203B41FA5}">
                      <a16:colId xmlns:a16="http://schemas.microsoft.com/office/drawing/2014/main" val="20000"/>
                    </a:ext>
                  </a:extLst>
                </a:gridCol>
                <a:gridCol w="4864608">
                  <a:extLst>
                    <a:ext uri="{9D8B030D-6E8A-4147-A177-3AD203B41FA5}">
                      <a16:colId xmlns:a16="http://schemas.microsoft.com/office/drawing/2014/main" val="20001"/>
                    </a:ext>
                  </a:extLst>
                </a:gridCol>
              </a:tblGrid>
              <a:tr h="411480">
                <a:tc>
                  <a:txBody>
                    <a:bodyPr/>
                    <a:lstStyle/>
                    <a:p>
                      <a:r>
                        <a:rPr sz="1050" b="1" spc="80">
                          <a:solidFill>
                            <a:srgbClr val="6B6B78"/>
                          </a:solidFill>
                          <a:latin typeface="Ubuntu"/>
                        </a:rPr>
                        <a:t>DESIGN ELEMENT</a:t>
                      </a:r>
                    </a:p>
                  </a:txBody>
                  <a:tcPr marL="0" marR="137160" marT="73152" marB="73152">
                    <a:lnL w="0">
                      <a:noFill/>
                    </a:lnL>
                    <a:lnR w="0">
                      <a:noFill/>
                    </a:lnR>
                    <a:lnT w="0">
                      <a:noFill/>
                    </a:lnT>
                    <a:lnB w="12700" cap="flat" cmpd="sng" algn="ctr">
                      <a:solidFill>
                        <a:srgbClr val="C5C5CD"/>
                      </a:solidFill>
                    </a:lnB>
                    <a:noFill/>
                  </a:tcPr>
                </a:tc>
                <a:tc>
                  <a:txBody>
                    <a:bodyPr/>
                    <a:lstStyle/>
                    <a:p>
                      <a:r>
                        <a:rPr sz="1050" b="1" spc="80">
                          <a:solidFill>
                            <a:srgbClr val="6B6B78"/>
                          </a:solidFill>
                          <a:latin typeface="Ubuntu"/>
                        </a:rPr>
                        <a:t>EXAMPLE: AI CHECKS APPLICATION COMPLETENESS</a:t>
                      </a:r>
                    </a:p>
                  </a:txBody>
                  <a:tcPr marL="0" marR="137160" marT="73152" marB="73152">
                    <a:lnL w="0">
                      <a:noFill/>
                    </a:lnL>
                    <a:lnR w="0">
                      <a:noFill/>
                    </a:lnR>
                    <a:lnT w="0">
                      <a:noFill/>
                    </a:lnT>
                    <a:lnB w="12700" cap="flat" cmpd="sng" algn="ctr">
                      <a:solidFill>
                        <a:srgbClr val="C5C5CD"/>
                      </a:solidFill>
                    </a:lnB>
                    <a:noFill/>
                  </a:tcPr>
                </a:tc>
                <a:extLst>
                  <a:ext uri="{0D108BD9-81ED-4DB2-BD59-A6C34878D82A}">
                    <a16:rowId xmlns:a16="http://schemas.microsoft.com/office/drawing/2014/main" val="10000"/>
                  </a:ext>
                </a:extLst>
              </a:tr>
              <a:tr h="457200">
                <a:tc>
                  <a:txBody>
                    <a:bodyPr/>
                    <a:lstStyle/>
                    <a:p>
                      <a:r>
                        <a:rPr sz="1400" b="1">
                          <a:solidFill>
                            <a:srgbClr val="121A38"/>
                          </a:solidFill>
                          <a:latin typeface="Ubuntu"/>
                        </a:rPr>
                        <a:t>Trigger</a:t>
                      </a:r>
                    </a:p>
                  </a:txBody>
                  <a:tcPr marL="0" marR="137160" marT="73152" marB="73152">
                    <a:lnL w="0">
                      <a:noFill/>
                    </a:lnL>
                    <a:lnR w="0">
                      <a:noFill/>
                    </a:lnR>
                    <a:lnT w="12700" cap="flat" cmpd="sng" algn="ctr">
                      <a:solidFill>
                        <a:srgbClr val="C5C5CD"/>
                      </a:solidFill>
                      <a:prstDash val="solid"/>
                      <a:round/>
                      <a:headEnd type="none" w="med" len="med"/>
                      <a:tailEnd type="none" w="med" len="med"/>
                    </a:lnT>
                    <a:lnB w="9525" cap="flat" cmpd="sng" algn="ctr">
                      <a:solidFill>
                        <a:srgbClr val="DDDDE2"/>
                      </a:solidFill>
                    </a:lnB>
                    <a:noFill/>
                  </a:tcPr>
                </a:tc>
                <a:tc>
                  <a:txBody>
                    <a:bodyPr/>
                    <a:lstStyle/>
                    <a:p>
                      <a:r>
                        <a:rPr sz="1400" b="0">
                          <a:solidFill>
                            <a:srgbClr val="34343D"/>
                          </a:solidFill>
                          <a:latin typeface="Ubuntu Light"/>
                        </a:rPr>
                        <a:t>Application received</a:t>
                      </a:r>
                    </a:p>
                  </a:txBody>
                  <a:tcPr marL="0" marR="137160" marT="73152" marB="73152">
                    <a:lnL w="0">
                      <a:noFill/>
                    </a:lnL>
                    <a:lnR w="0">
                      <a:noFill/>
                    </a:lnR>
                    <a:lnT w="12700" cap="flat" cmpd="sng" algn="ctr">
                      <a:solidFill>
                        <a:srgbClr val="C5C5CD"/>
                      </a:solidFill>
                      <a:prstDash val="solid"/>
                      <a:round/>
                      <a:headEnd type="none" w="med" len="med"/>
                      <a:tailEnd type="none" w="med" len="med"/>
                    </a:lnT>
                    <a:lnB w="9525" cap="flat" cmpd="sng" algn="ctr">
                      <a:solidFill>
                        <a:srgbClr val="DDDDE2"/>
                      </a:solidFill>
                    </a:lnB>
                    <a:noFill/>
                  </a:tcPr>
                </a:tc>
                <a:extLst>
                  <a:ext uri="{0D108BD9-81ED-4DB2-BD59-A6C34878D82A}">
                    <a16:rowId xmlns:a16="http://schemas.microsoft.com/office/drawing/2014/main" val="10001"/>
                  </a:ext>
                </a:extLst>
              </a:tr>
              <a:tr h="457200">
                <a:tc>
                  <a:txBody>
                    <a:bodyPr/>
                    <a:lstStyle/>
                    <a:p>
                      <a:r>
                        <a:rPr sz="1400" b="1">
                          <a:solidFill>
                            <a:srgbClr val="121A38"/>
                          </a:solidFill>
                          <a:latin typeface="Ubuntu"/>
                        </a:rPr>
                        <a:t>Rules and limits</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tc>
                  <a:txBody>
                    <a:bodyPr/>
                    <a:lstStyle/>
                    <a:p>
                      <a:r>
                        <a:rPr sz="1400" b="0">
                          <a:solidFill>
                            <a:srgbClr val="34343D"/>
                          </a:solidFill>
                          <a:latin typeface="Ubuntu Light"/>
                        </a:rPr>
                        <a:t>Check required fields only. Do not approve applications.</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extLst>
                  <a:ext uri="{0D108BD9-81ED-4DB2-BD59-A6C34878D82A}">
                    <a16:rowId xmlns:a16="http://schemas.microsoft.com/office/drawing/2014/main" val="10002"/>
                  </a:ext>
                </a:extLst>
              </a:tr>
              <a:tr h="457200">
                <a:tc>
                  <a:txBody>
                    <a:bodyPr/>
                    <a:lstStyle/>
                    <a:p>
                      <a:r>
                        <a:rPr sz="1400" b="1">
                          <a:solidFill>
                            <a:srgbClr val="121A38"/>
                          </a:solidFill>
                          <a:latin typeface="Ubuntu"/>
                        </a:rPr>
                        <a:t>Approval</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tc>
                  <a:txBody>
                    <a:bodyPr/>
                    <a:lstStyle/>
                    <a:p>
                      <a:r>
                        <a:rPr sz="1400" b="0">
                          <a:solidFill>
                            <a:srgbClr val="34343D"/>
                          </a:solidFill>
                          <a:latin typeface="Ubuntu Light"/>
                        </a:rPr>
                        <a:t>Case handler approves every external message.</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extLst>
                  <a:ext uri="{0D108BD9-81ED-4DB2-BD59-A6C34878D82A}">
                    <a16:rowId xmlns:a16="http://schemas.microsoft.com/office/drawing/2014/main" val="10003"/>
                  </a:ext>
                </a:extLst>
              </a:tr>
              <a:tr h="713232">
                <a:tc>
                  <a:txBody>
                    <a:bodyPr/>
                    <a:lstStyle/>
                    <a:p>
                      <a:r>
                        <a:rPr sz="1400" b="1">
                          <a:solidFill>
                            <a:srgbClr val="121A38"/>
                          </a:solidFill>
                          <a:latin typeface="Ubuntu"/>
                        </a:rPr>
                        <a:t>Fallback and escalation</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tc>
                  <a:txBody>
                    <a:bodyPr/>
                    <a:lstStyle/>
                    <a:p>
                      <a:r>
                        <a:rPr sz="1400" b="0">
                          <a:solidFill>
                            <a:srgbClr val="34343D"/>
                          </a:solidFill>
                          <a:latin typeface="Ubuntu Light"/>
                        </a:rPr>
                        <a:t>Return to manual intake when extraction fails. Escalate uncertain cases to the duty manager.</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extLst>
                  <a:ext uri="{0D108BD9-81ED-4DB2-BD59-A6C34878D82A}">
                    <a16:rowId xmlns:a16="http://schemas.microsoft.com/office/drawing/2014/main" val="10004"/>
                  </a:ext>
                </a:extLst>
              </a:tr>
              <a:tr h="457200">
                <a:tc>
                  <a:txBody>
                    <a:bodyPr/>
                    <a:lstStyle/>
                    <a:p>
                      <a:r>
                        <a:rPr sz="1400" b="1">
                          <a:solidFill>
                            <a:srgbClr val="121A38"/>
                          </a:solidFill>
                          <a:latin typeface="Ubuntu"/>
                        </a:rPr>
                        <a:t>Test criteria</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tc>
                  <a:txBody>
                    <a:bodyPr/>
                    <a:lstStyle/>
                    <a:p>
                      <a:r>
                        <a:rPr sz="1400" b="0">
                          <a:solidFill>
                            <a:srgbClr val="34343D"/>
                          </a:solidFill>
                          <a:latin typeface="Ubuntu Light"/>
                        </a:rPr>
                        <a:t>Flag every missing required document in the agreed test set.</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extLst>
                  <a:ext uri="{0D108BD9-81ED-4DB2-BD59-A6C34878D82A}">
                    <a16:rowId xmlns:a16="http://schemas.microsoft.com/office/drawing/2014/main" val="10005"/>
                  </a:ext>
                </a:extLst>
              </a:tr>
              <a:tr h="457200">
                <a:tc>
                  <a:txBody>
                    <a:bodyPr/>
                    <a:lstStyle/>
                    <a:p>
                      <a:r>
                        <a:rPr sz="1400" b="1">
                          <a:solidFill>
                            <a:srgbClr val="121A38"/>
                          </a:solidFill>
                          <a:latin typeface="Ubuntu"/>
                        </a:rPr>
                        <a:t>Owner</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tc>
                  <a:txBody>
                    <a:bodyPr/>
                    <a:lstStyle/>
                    <a:p>
                      <a:r>
                        <a:rPr sz="1400" b="0">
                          <a:solidFill>
                            <a:srgbClr val="34343D"/>
                          </a:solidFill>
                          <a:latin typeface="Ubuntu Light"/>
                        </a:rPr>
                        <a:t>Operations lead</a:t>
                      </a:r>
                    </a:p>
                  </a:txBody>
                  <a:tcPr marL="0" marR="137160" marT="73152" marB="73152">
                    <a:lnL w="0">
                      <a:noFill/>
                    </a:lnL>
                    <a:lnR w="0">
                      <a:noFill/>
                    </a:lnR>
                    <a:lnT w="9525" cap="flat" cmpd="sng" algn="ctr">
                      <a:solidFill>
                        <a:srgbClr val="DDDDE2"/>
                      </a:solidFill>
                      <a:prstDash val="solid"/>
                      <a:round/>
                      <a:headEnd type="none" w="med" len="med"/>
                      <a:tailEnd type="none" w="med" len="med"/>
                    </a:lnT>
                    <a:lnB w="9525" cap="flat" cmpd="sng" algn="ctr">
                      <a:solidFill>
                        <a:srgbClr val="DDDDE2"/>
                      </a:solidFill>
                    </a:lnB>
                    <a:noFill/>
                  </a:tcPr>
                </a:tc>
                <a:extLst>
                  <a:ext uri="{0D108BD9-81ED-4DB2-BD59-A6C34878D82A}">
                    <a16:rowId xmlns:a16="http://schemas.microsoft.com/office/drawing/2014/main" val="10006"/>
                  </a:ext>
                </a:extLst>
              </a:tr>
            </a:tbl>
          </a:graphicData>
        </a:graphic>
      </p:graphicFrame>
      <p:sp>
        <p:nvSpPr>
          <p:cNvPr id="8" name="TextBox 7"/>
          <p:cNvSpPr txBox="1"/>
          <p:nvPr/>
        </p:nvSpPr>
        <p:spPr>
          <a:xfrm>
            <a:off x="4572000" y="5193792"/>
            <a:ext cx="7013448" cy="274320"/>
          </a:xfrm>
          <a:prstGeom prst="rect">
            <a:avLst/>
          </a:prstGeom>
          <a:noFill/>
        </p:spPr>
        <p:txBody>
          <a:bodyPr wrap="square" lIns="0" tIns="0" rIns="0" bIns="0" anchor="t"/>
          <a:lstStyle/>
          <a:p>
            <a:pPr algn="l">
              <a:lnSpc>
                <a:spcPct val="115000"/>
              </a:lnSpc>
              <a:spcAft>
                <a:spcPts val="0"/>
              </a:spcAft>
            </a:pPr>
            <a:r>
              <a:rPr sz="1100" b="0">
                <a:solidFill>
                  <a:srgbClr val="6B6B78"/>
                </a:solidFill>
                <a:latin typeface="Ubuntu Light"/>
              </a:rPr>
              <a:t>Illustrative example from a synthetic workshop.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Directional estimates you can check line by line</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03  EVALUATE</a:t>
            </a:r>
          </a:p>
        </p:txBody>
      </p:sp>
      <p:sp>
        <p:nvSpPr>
          <p:cNvPr id="4" name="TextBox 3"/>
          <p:cNvSpPr txBox="1"/>
          <p:nvPr/>
        </p:nvSpPr>
        <p:spPr>
          <a:xfrm>
            <a:off x="603504" y="1645920"/>
            <a:ext cx="2103120" cy="320040"/>
          </a:xfrm>
          <a:prstGeom prst="rect">
            <a:avLst/>
          </a:prstGeom>
          <a:noFill/>
        </p:spPr>
        <p:txBody>
          <a:bodyPr wrap="square" lIns="0" tIns="0" rIns="0" bIns="0" anchor="t"/>
          <a:lstStyle/>
          <a:p>
            <a:pPr algn="l">
              <a:lnSpc>
                <a:spcPct val="115000"/>
              </a:lnSpc>
              <a:spcAft>
                <a:spcPts val="0"/>
              </a:spcAft>
            </a:pPr>
            <a:r>
              <a:rPr sz="1700" b="1">
                <a:solidFill>
                  <a:srgbClr val="0058AB"/>
                </a:solidFill>
                <a:latin typeface="Ubuntu"/>
              </a:rPr>
              <a:t>Cycle time</a:t>
            </a:r>
          </a:p>
        </p:txBody>
      </p:sp>
      <p:sp>
        <p:nvSpPr>
          <p:cNvPr id="5" name="TextBox 4"/>
          <p:cNvSpPr txBox="1"/>
          <p:nvPr/>
        </p:nvSpPr>
        <p:spPr>
          <a:xfrm>
            <a:off x="603504" y="1993392"/>
            <a:ext cx="2103120" cy="32004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Start to finish, waits included</a:t>
            </a:r>
          </a:p>
        </p:txBody>
      </p:sp>
      <p:cxnSp>
        <p:nvCxnSpPr>
          <p:cNvPr id="6" name="Connector 5"/>
          <p:cNvCxnSpPr/>
          <p:nvPr/>
        </p:nvCxnSpPr>
        <p:spPr>
          <a:xfrm>
            <a:off x="603504" y="2432304"/>
            <a:ext cx="205740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843784" y="1645920"/>
            <a:ext cx="2103120" cy="320040"/>
          </a:xfrm>
          <a:prstGeom prst="rect">
            <a:avLst/>
          </a:prstGeom>
          <a:noFill/>
        </p:spPr>
        <p:txBody>
          <a:bodyPr wrap="square" lIns="0" tIns="0" rIns="0" bIns="0" anchor="t"/>
          <a:lstStyle/>
          <a:p>
            <a:pPr algn="l">
              <a:lnSpc>
                <a:spcPct val="115000"/>
              </a:lnSpc>
              <a:spcAft>
                <a:spcPts val="0"/>
              </a:spcAft>
            </a:pPr>
            <a:r>
              <a:rPr sz="1700" b="1">
                <a:solidFill>
                  <a:srgbClr val="0058AB"/>
                </a:solidFill>
                <a:latin typeface="Ubuntu"/>
              </a:rPr>
              <a:t>Human effort</a:t>
            </a:r>
          </a:p>
        </p:txBody>
      </p:sp>
      <p:sp>
        <p:nvSpPr>
          <p:cNvPr id="8" name="TextBox 7"/>
          <p:cNvSpPr txBox="1"/>
          <p:nvPr/>
        </p:nvSpPr>
        <p:spPr>
          <a:xfrm>
            <a:off x="2843784" y="1993392"/>
            <a:ext cx="2103120" cy="32004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Hands-on hours per case</a:t>
            </a:r>
          </a:p>
        </p:txBody>
      </p:sp>
      <p:cxnSp>
        <p:nvCxnSpPr>
          <p:cNvPr id="9" name="Connector 8"/>
          <p:cNvCxnSpPr/>
          <p:nvPr/>
        </p:nvCxnSpPr>
        <p:spPr>
          <a:xfrm>
            <a:off x="2843784" y="2432304"/>
            <a:ext cx="205740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2514600"/>
            <a:ext cx="2103120" cy="320040"/>
          </a:xfrm>
          <a:prstGeom prst="rect">
            <a:avLst/>
          </a:prstGeom>
          <a:noFill/>
        </p:spPr>
        <p:txBody>
          <a:bodyPr wrap="square" lIns="0" tIns="0" rIns="0" bIns="0" anchor="t"/>
          <a:lstStyle/>
          <a:p>
            <a:pPr algn="l">
              <a:lnSpc>
                <a:spcPct val="115000"/>
              </a:lnSpc>
              <a:spcAft>
                <a:spcPts val="0"/>
              </a:spcAft>
            </a:pPr>
            <a:r>
              <a:rPr sz="1700" b="1">
                <a:solidFill>
                  <a:srgbClr val="0058AB"/>
                </a:solidFill>
                <a:latin typeface="Ubuntu"/>
              </a:rPr>
              <a:t>Operating cost</a:t>
            </a:r>
          </a:p>
        </p:txBody>
      </p:sp>
      <p:sp>
        <p:nvSpPr>
          <p:cNvPr id="11" name="TextBox 10"/>
          <p:cNvSpPr txBox="1"/>
          <p:nvPr/>
        </p:nvSpPr>
        <p:spPr>
          <a:xfrm>
            <a:off x="603504" y="2862072"/>
            <a:ext cx="2103120" cy="32004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Labor plus AI and service cost</a:t>
            </a:r>
          </a:p>
        </p:txBody>
      </p:sp>
      <p:sp>
        <p:nvSpPr>
          <p:cNvPr id="12" name="TextBox 11"/>
          <p:cNvSpPr txBox="1"/>
          <p:nvPr/>
        </p:nvSpPr>
        <p:spPr>
          <a:xfrm>
            <a:off x="2843784" y="2514600"/>
            <a:ext cx="2103120" cy="320040"/>
          </a:xfrm>
          <a:prstGeom prst="rect">
            <a:avLst/>
          </a:prstGeom>
          <a:noFill/>
        </p:spPr>
        <p:txBody>
          <a:bodyPr wrap="square" lIns="0" tIns="0" rIns="0" bIns="0" anchor="t"/>
          <a:lstStyle/>
          <a:p>
            <a:pPr algn="l">
              <a:lnSpc>
                <a:spcPct val="115000"/>
              </a:lnSpc>
              <a:spcAft>
                <a:spcPts val="0"/>
              </a:spcAft>
            </a:pPr>
            <a:r>
              <a:rPr sz="1700" b="1">
                <a:solidFill>
                  <a:srgbClr val="0058AB"/>
                </a:solidFill>
                <a:latin typeface="Ubuntu"/>
              </a:rPr>
              <a:t>Freed capacity</a:t>
            </a:r>
          </a:p>
        </p:txBody>
      </p:sp>
      <p:sp>
        <p:nvSpPr>
          <p:cNvPr id="13" name="TextBox 12"/>
          <p:cNvSpPr txBox="1"/>
          <p:nvPr/>
        </p:nvSpPr>
        <p:spPr>
          <a:xfrm>
            <a:off x="2843784" y="2862072"/>
            <a:ext cx="2103120" cy="32004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Time released, in FTE</a:t>
            </a:r>
          </a:p>
        </p:txBody>
      </p:sp>
      <p:sp>
        <p:nvSpPr>
          <p:cNvPr id="14" name="TextBox 13"/>
          <p:cNvSpPr txBox="1"/>
          <p:nvPr/>
        </p:nvSpPr>
        <p:spPr>
          <a:xfrm>
            <a:off x="603504" y="3520440"/>
            <a:ext cx="347472" cy="365760"/>
          </a:xfrm>
          <a:prstGeom prst="rect">
            <a:avLst/>
          </a:prstGeom>
          <a:noFill/>
        </p:spPr>
        <p:txBody>
          <a:bodyPr wrap="square" lIns="0" tIns="0" rIns="0" bIns="0" anchor="t"/>
          <a:lstStyle/>
          <a:p>
            <a:pPr algn="l">
              <a:lnSpc>
                <a:spcPct val="115000"/>
              </a:lnSpc>
              <a:spcAft>
                <a:spcPts val="0"/>
              </a:spcAft>
            </a:pPr>
            <a:r>
              <a:rPr sz="1400" b="1">
                <a:solidFill>
                  <a:srgbClr val="0058AB"/>
                </a:solidFill>
                <a:latin typeface="Ubuntu"/>
              </a:rPr>
              <a:t>→</a:t>
            </a:r>
          </a:p>
        </p:txBody>
      </p:sp>
      <p:sp>
        <p:nvSpPr>
          <p:cNvPr id="15" name="TextBox 14"/>
          <p:cNvSpPr txBox="1"/>
          <p:nvPr/>
        </p:nvSpPr>
        <p:spPr>
          <a:xfrm>
            <a:off x="950976" y="3538728"/>
            <a:ext cx="3995928" cy="736092"/>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Every figure shows its formula and inputs. Each input is labeled illustrative, provided, measured or confirmed.</a:t>
            </a:r>
          </a:p>
        </p:txBody>
      </p:sp>
      <p:cxnSp>
        <p:nvCxnSpPr>
          <p:cNvPr id="16" name="Connector 15"/>
          <p:cNvCxnSpPr/>
          <p:nvPr/>
        </p:nvCxnSpPr>
        <p:spPr>
          <a:xfrm>
            <a:off x="603504" y="4347972"/>
            <a:ext cx="434340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3504" y="4439412"/>
            <a:ext cx="347472" cy="365760"/>
          </a:xfrm>
          <a:prstGeom prst="rect">
            <a:avLst/>
          </a:prstGeom>
          <a:noFill/>
        </p:spPr>
        <p:txBody>
          <a:bodyPr wrap="square" lIns="0" tIns="0" rIns="0" bIns="0" anchor="t"/>
          <a:lstStyle/>
          <a:p>
            <a:pPr algn="l">
              <a:lnSpc>
                <a:spcPct val="115000"/>
              </a:lnSpc>
              <a:spcAft>
                <a:spcPts val="0"/>
              </a:spcAft>
            </a:pPr>
            <a:r>
              <a:rPr sz="1400" b="1">
                <a:solidFill>
                  <a:srgbClr val="0058AB"/>
                </a:solidFill>
                <a:latin typeface="Ubuntu"/>
              </a:rPr>
              <a:t>→</a:t>
            </a:r>
          </a:p>
        </p:txBody>
      </p:sp>
      <p:sp>
        <p:nvSpPr>
          <p:cNvPr id="18" name="TextBox 17"/>
          <p:cNvSpPr txBox="1"/>
          <p:nvPr/>
        </p:nvSpPr>
        <p:spPr>
          <a:xfrm>
            <a:off x="950976" y="4457700"/>
            <a:ext cx="3995928"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 missing input leaves the result blank rather than assuming zero.</a:t>
            </a:r>
          </a:p>
        </p:txBody>
      </p:sp>
      <p:cxnSp>
        <p:nvCxnSpPr>
          <p:cNvPr id="19" name="Connector 18"/>
          <p:cNvCxnSpPr/>
          <p:nvPr/>
        </p:nvCxnSpPr>
        <p:spPr>
          <a:xfrm>
            <a:off x="603504" y="5021580"/>
            <a:ext cx="434340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3504" y="5113020"/>
            <a:ext cx="347472" cy="365760"/>
          </a:xfrm>
          <a:prstGeom prst="rect">
            <a:avLst/>
          </a:prstGeom>
          <a:noFill/>
        </p:spPr>
        <p:txBody>
          <a:bodyPr wrap="square" lIns="0" tIns="0" rIns="0" bIns="0" anchor="t"/>
          <a:lstStyle/>
          <a:p>
            <a:pPr algn="l">
              <a:lnSpc>
                <a:spcPct val="115000"/>
              </a:lnSpc>
              <a:spcAft>
                <a:spcPts val="0"/>
              </a:spcAft>
            </a:pPr>
            <a:r>
              <a:rPr sz="1400" b="1">
                <a:solidFill>
                  <a:srgbClr val="0058AB"/>
                </a:solidFill>
                <a:latin typeface="Ubuntu"/>
              </a:rPr>
              <a:t>→</a:t>
            </a:r>
          </a:p>
        </p:txBody>
      </p:sp>
      <p:sp>
        <p:nvSpPr>
          <p:cNvPr id="21" name="TextBox 20"/>
          <p:cNvSpPr txBox="1"/>
          <p:nvPr/>
        </p:nvSpPr>
        <p:spPr>
          <a:xfrm>
            <a:off x="950976" y="5131308"/>
            <a:ext cx="3995928"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 sensitivity view shows which inputs move the result most, which tells us what to validate first.</a:t>
            </a:r>
          </a:p>
        </p:txBody>
      </p:sp>
      <p:pic>
        <p:nvPicPr>
          <p:cNvPr id="22" name="Picture 21" descr="08-value.png"/>
          <p:cNvPicPr>
            <a:picLocks noChangeAspect="1"/>
          </p:cNvPicPr>
          <p:nvPr/>
        </p:nvPicPr>
        <p:blipFill>
          <a:blip r:embed="rId3"/>
          <a:stretch>
            <a:fillRect/>
          </a:stretch>
        </p:blipFill>
        <p:spPr>
          <a:xfrm>
            <a:off x="5349240" y="1645920"/>
            <a:ext cx="6236208" cy="3897630"/>
          </a:xfrm>
          <a:prstGeom prst="rect">
            <a:avLst/>
          </a:prstGeom>
          <a:ln w="9525">
            <a:solidFill>
              <a:srgbClr val="DDDDE2"/>
            </a:solidFill>
          </a:ln>
        </p:spPr>
      </p:pic>
      <p:sp>
        <p:nvSpPr>
          <p:cNvPr id="23" name="TextBox 22"/>
          <p:cNvSpPr txBox="1"/>
          <p:nvPr/>
        </p:nvSpPr>
        <p:spPr>
          <a:xfrm>
            <a:off x="5349240" y="5577840"/>
            <a:ext cx="6236208" cy="274320"/>
          </a:xfrm>
          <a:prstGeom prst="rect">
            <a:avLst/>
          </a:prstGeom>
          <a:noFill/>
        </p:spPr>
        <p:txBody>
          <a:bodyPr wrap="square" lIns="0" tIns="0" rIns="0" bIns="0" anchor="t"/>
          <a:lstStyle/>
          <a:p>
            <a:pPr algn="l">
              <a:lnSpc>
                <a:spcPct val="115000"/>
              </a:lnSpc>
              <a:spcAft>
                <a:spcPts val="0"/>
              </a:spcAft>
            </a:pPr>
            <a:r>
              <a:rPr sz="1100" b="0">
                <a:solidFill>
                  <a:srgbClr val="6B6B78"/>
                </a:solidFill>
                <a:latin typeface="Ubuntu Light"/>
              </a:rPr>
              <a:t>Directional estimates for decision-making, not guaranteed results. Illustrative example, demonstration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a list of findings to a plan in waves</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03  EVALUATE</a:t>
            </a:r>
          </a:p>
        </p:txBody>
      </p:sp>
      <p:sp>
        <p:nvSpPr>
          <p:cNvPr id="4" name="TextBox 3"/>
          <p:cNvSpPr txBox="1"/>
          <p:nvPr/>
        </p:nvSpPr>
        <p:spPr>
          <a:xfrm>
            <a:off x="603504" y="1572768"/>
            <a:ext cx="10058400" cy="640080"/>
          </a:xfrm>
          <a:prstGeom prst="rect">
            <a:avLst/>
          </a:prstGeom>
          <a:noFill/>
        </p:spPr>
        <p:txBody>
          <a:bodyPr wrap="square" lIns="0" tIns="0" rIns="0" bIns="0" anchor="t"/>
          <a:lstStyle/>
          <a:p>
            <a:pPr algn="l">
              <a:lnSpc>
                <a:spcPct val="115000"/>
              </a:lnSpc>
              <a:spcAft>
                <a:spcPts val="0"/>
              </a:spcAft>
            </a:pPr>
            <a:r>
              <a:rPr sz="1700" b="0">
                <a:solidFill>
                  <a:srgbClr val="121A38"/>
                </a:solidFill>
                <a:latin typeface="Ubuntu Light"/>
              </a:rPr>
              <a:t>Each opportunity carries a small business case: effort saved, cases affected and cost to deliver. That lets us compare them on the same terms.</a:t>
            </a:r>
          </a:p>
        </p:txBody>
      </p:sp>
      <p:sp>
        <p:nvSpPr>
          <p:cNvPr id="5" name="TextBox 4"/>
          <p:cNvSpPr txBox="1"/>
          <p:nvPr/>
        </p:nvSpPr>
        <p:spPr>
          <a:xfrm>
            <a:off x="603504" y="2395728"/>
            <a:ext cx="5029200"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Value against effort</a:t>
            </a:r>
          </a:p>
        </p:txBody>
      </p:sp>
      <p:sp>
        <p:nvSpPr>
          <p:cNvPr id="6" name="TextBox 5"/>
          <p:cNvSpPr txBox="1"/>
          <p:nvPr/>
        </p:nvSpPr>
        <p:spPr>
          <a:xfrm>
            <a:off x="960120" y="2816352"/>
            <a:ext cx="2331720" cy="274320"/>
          </a:xfrm>
          <a:prstGeom prst="rect">
            <a:avLst/>
          </a:prstGeom>
          <a:noFill/>
        </p:spPr>
        <p:txBody>
          <a:bodyPr wrap="square" lIns="0" tIns="0" rIns="0" bIns="0" anchor="t"/>
          <a:lstStyle/>
          <a:p>
            <a:pPr algn="ctr">
              <a:lnSpc>
                <a:spcPct val="115000"/>
              </a:lnSpc>
              <a:spcAft>
                <a:spcPts val="0"/>
              </a:spcAft>
            </a:pPr>
            <a:r>
              <a:rPr sz="1100" b="0">
                <a:solidFill>
                  <a:srgbClr val="6B6B78"/>
                </a:solidFill>
                <a:latin typeface="Ubuntu Light"/>
              </a:rPr>
              <a:t>Lower effort</a:t>
            </a:r>
          </a:p>
        </p:txBody>
      </p:sp>
      <p:sp>
        <p:nvSpPr>
          <p:cNvPr id="7" name="TextBox 6"/>
          <p:cNvSpPr txBox="1"/>
          <p:nvPr/>
        </p:nvSpPr>
        <p:spPr>
          <a:xfrm>
            <a:off x="3401568" y="2816352"/>
            <a:ext cx="2331720" cy="274320"/>
          </a:xfrm>
          <a:prstGeom prst="rect">
            <a:avLst/>
          </a:prstGeom>
          <a:noFill/>
        </p:spPr>
        <p:txBody>
          <a:bodyPr wrap="square" lIns="0" tIns="0" rIns="0" bIns="0" anchor="t"/>
          <a:lstStyle/>
          <a:p>
            <a:pPr algn="ctr">
              <a:lnSpc>
                <a:spcPct val="115000"/>
              </a:lnSpc>
              <a:spcAft>
                <a:spcPts val="0"/>
              </a:spcAft>
            </a:pPr>
            <a:r>
              <a:rPr sz="1100" b="0">
                <a:solidFill>
                  <a:srgbClr val="6B6B78"/>
                </a:solidFill>
                <a:latin typeface="Ubuntu Light"/>
              </a:rPr>
              <a:t>Higher effort</a:t>
            </a:r>
          </a:p>
        </p:txBody>
      </p:sp>
      <p:sp>
        <p:nvSpPr>
          <p:cNvPr id="8" name="TextBox 7"/>
          <p:cNvSpPr txBox="1"/>
          <p:nvPr/>
        </p:nvSpPr>
        <p:spPr>
          <a:xfrm rot="16200000">
            <a:off x="214884" y="3497579"/>
            <a:ext cx="1051560" cy="274320"/>
          </a:xfrm>
          <a:prstGeom prst="rect">
            <a:avLst/>
          </a:prstGeom>
          <a:noFill/>
        </p:spPr>
        <p:txBody>
          <a:bodyPr wrap="square" lIns="0" tIns="0" rIns="0" bIns="0" anchor="t"/>
          <a:lstStyle/>
          <a:p>
            <a:pPr algn="ctr">
              <a:lnSpc>
                <a:spcPct val="115000"/>
              </a:lnSpc>
              <a:spcAft>
                <a:spcPts val="0"/>
              </a:spcAft>
            </a:pPr>
            <a:r>
              <a:rPr sz="1100" b="0">
                <a:solidFill>
                  <a:srgbClr val="6B6B78"/>
                </a:solidFill>
                <a:latin typeface="Ubuntu Light"/>
              </a:rPr>
              <a:t>Higher value</a:t>
            </a:r>
          </a:p>
        </p:txBody>
      </p:sp>
      <p:sp>
        <p:nvSpPr>
          <p:cNvPr id="9" name="TextBox 8"/>
          <p:cNvSpPr txBox="1"/>
          <p:nvPr/>
        </p:nvSpPr>
        <p:spPr>
          <a:xfrm rot="16200000">
            <a:off x="214884" y="4658868"/>
            <a:ext cx="1051560" cy="274320"/>
          </a:xfrm>
          <a:prstGeom prst="rect">
            <a:avLst/>
          </a:prstGeom>
          <a:noFill/>
        </p:spPr>
        <p:txBody>
          <a:bodyPr wrap="square" lIns="0" tIns="0" rIns="0" bIns="0" anchor="t"/>
          <a:lstStyle/>
          <a:p>
            <a:pPr algn="ctr">
              <a:lnSpc>
                <a:spcPct val="115000"/>
              </a:lnSpc>
              <a:spcAft>
                <a:spcPts val="0"/>
              </a:spcAft>
            </a:pPr>
            <a:r>
              <a:rPr sz="1100" b="0">
                <a:solidFill>
                  <a:srgbClr val="6B6B78"/>
                </a:solidFill>
                <a:latin typeface="Ubuntu Light"/>
              </a:rPr>
              <a:t>Lower value</a:t>
            </a:r>
          </a:p>
        </p:txBody>
      </p:sp>
      <p:sp>
        <p:nvSpPr>
          <p:cNvPr id="10" name="Rounded Rectangle 9"/>
          <p:cNvSpPr/>
          <p:nvPr/>
        </p:nvSpPr>
        <p:spPr>
          <a:xfrm>
            <a:off x="960120" y="3108960"/>
            <a:ext cx="2331720" cy="1051560"/>
          </a:xfrm>
          <a:prstGeom prst="roundRect">
            <a:avLst>
              <a:gd name="adj" fmla="val 8000"/>
            </a:avLst>
          </a:prstGeom>
          <a:solidFill>
            <a:srgbClr val="FFFFFF"/>
          </a:solidFill>
          <a:ln w="25400">
            <a:solidFill>
              <a:srgbClr val="0058A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61288" y="3310128"/>
            <a:ext cx="1965960" cy="320040"/>
          </a:xfrm>
          <a:prstGeom prst="rect">
            <a:avLst/>
          </a:prstGeom>
          <a:noFill/>
        </p:spPr>
        <p:txBody>
          <a:bodyPr wrap="square" lIns="0" tIns="0" rIns="0" bIns="0" anchor="t"/>
          <a:lstStyle/>
          <a:p>
            <a:pPr algn="l">
              <a:lnSpc>
                <a:spcPct val="115000"/>
              </a:lnSpc>
              <a:spcAft>
                <a:spcPts val="0"/>
              </a:spcAft>
            </a:pPr>
            <a:r>
              <a:rPr sz="1500" b="1">
                <a:solidFill>
                  <a:srgbClr val="121A38"/>
                </a:solidFill>
                <a:latin typeface="Ubuntu"/>
              </a:rPr>
              <a:t>Quick wins</a:t>
            </a:r>
          </a:p>
        </p:txBody>
      </p:sp>
      <p:sp>
        <p:nvSpPr>
          <p:cNvPr id="12" name="TextBox 11"/>
          <p:cNvSpPr txBox="1"/>
          <p:nvPr/>
        </p:nvSpPr>
        <p:spPr>
          <a:xfrm>
            <a:off x="1161288" y="3657600"/>
            <a:ext cx="1965960" cy="36576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Start here</a:t>
            </a:r>
          </a:p>
        </p:txBody>
      </p:sp>
      <p:sp>
        <p:nvSpPr>
          <p:cNvPr id="13" name="Rounded Rectangle 12"/>
          <p:cNvSpPr/>
          <p:nvPr/>
        </p:nvSpPr>
        <p:spPr>
          <a:xfrm>
            <a:off x="3401568" y="3108960"/>
            <a:ext cx="2331720" cy="1051560"/>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02736" y="3310128"/>
            <a:ext cx="1965960" cy="320040"/>
          </a:xfrm>
          <a:prstGeom prst="rect">
            <a:avLst/>
          </a:prstGeom>
          <a:noFill/>
        </p:spPr>
        <p:txBody>
          <a:bodyPr wrap="square" lIns="0" tIns="0" rIns="0" bIns="0" anchor="t"/>
          <a:lstStyle/>
          <a:p>
            <a:pPr algn="l">
              <a:lnSpc>
                <a:spcPct val="115000"/>
              </a:lnSpc>
              <a:spcAft>
                <a:spcPts val="0"/>
              </a:spcAft>
            </a:pPr>
            <a:r>
              <a:rPr sz="1500" b="1">
                <a:solidFill>
                  <a:srgbClr val="121A38"/>
                </a:solidFill>
                <a:latin typeface="Ubuntu"/>
              </a:rPr>
              <a:t>Major projects</a:t>
            </a:r>
          </a:p>
        </p:txBody>
      </p:sp>
      <p:sp>
        <p:nvSpPr>
          <p:cNvPr id="15" name="TextBox 14"/>
          <p:cNvSpPr txBox="1"/>
          <p:nvPr/>
        </p:nvSpPr>
        <p:spPr>
          <a:xfrm>
            <a:off x="3602736" y="3657600"/>
            <a:ext cx="1965960" cy="36576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Plan and fund deliberately</a:t>
            </a:r>
          </a:p>
        </p:txBody>
      </p:sp>
      <p:sp>
        <p:nvSpPr>
          <p:cNvPr id="16" name="Rounded Rectangle 15"/>
          <p:cNvSpPr/>
          <p:nvPr/>
        </p:nvSpPr>
        <p:spPr>
          <a:xfrm>
            <a:off x="960120" y="4270248"/>
            <a:ext cx="2331720" cy="1051560"/>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161288" y="4471416"/>
            <a:ext cx="1965960" cy="320040"/>
          </a:xfrm>
          <a:prstGeom prst="rect">
            <a:avLst/>
          </a:prstGeom>
          <a:noFill/>
        </p:spPr>
        <p:txBody>
          <a:bodyPr wrap="square" lIns="0" tIns="0" rIns="0" bIns="0" anchor="t"/>
          <a:lstStyle/>
          <a:p>
            <a:pPr algn="l">
              <a:lnSpc>
                <a:spcPct val="115000"/>
              </a:lnSpc>
              <a:spcAft>
                <a:spcPts val="0"/>
              </a:spcAft>
            </a:pPr>
            <a:r>
              <a:rPr sz="1500" b="1">
                <a:solidFill>
                  <a:srgbClr val="121A38"/>
                </a:solidFill>
                <a:latin typeface="Ubuntu"/>
              </a:rPr>
              <a:t>Fill-ins</a:t>
            </a:r>
          </a:p>
        </p:txBody>
      </p:sp>
      <p:sp>
        <p:nvSpPr>
          <p:cNvPr id="18" name="TextBox 17"/>
          <p:cNvSpPr txBox="1"/>
          <p:nvPr/>
        </p:nvSpPr>
        <p:spPr>
          <a:xfrm>
            <a:off x="1161288" y="4818888"/>
            <a:ext cx="1965960" cy="36576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Do when capacity allows</a:t>
            </a:r>
          </a:p>
        </p:txBody>
      </p:sp>
      <p:sp>
        <p:nvSpPr>
          <p:cNvPr id="19" name="Rounded Rectangle 18"/>
          <p:cNvSpPr/>
          <p:nvPr/>
        </p:nvSpPr>
        <p:spPr>
          <a:xfrm>
            <a:off x="3401568" y="4270248"/>
            <a:ext cx="2331720" cy="1051560"/>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602736" y="4471416"/>
            <a:ext cx="1965960" cy="320040"/>
          </a:xfrm>
          <a:prstGeom prst="rect">
            <a:avLst/>
          </a:prstGeom>
          <a:noFill/>
        </p:spPr>
        <p:txBody>
          <a:bodyPr wrap="square" lIns="0" tIns="0" rIns="0" bIns="0" anchor="t"/>
          <a:lstStyle/>
          <a:p>
            <a:pPr algn="l">
              <a:lnSpc>
                <a:spcPct val="115000"/>
              </a:lnSpc>
              <a:spcAft>
                <a:spcPts val="0"/>
              </a:spcAft>
            </a:pPr>
            <a:r>
              <a:rPr sz="1500" b="1">
                <a:solidFill>
                  <a:srgbClr val="121A38"/>
                </a:solidFill>
                <a:latin typeface="Ubuntu"/>
              </a:rPr>
              <a:t>Reconsider</a:t>
            </a:r>
          </a:p>
        </p:txBody>
      </p:sp>
      <p:sp>
        <p:nvSpPr>
          <p:cNvPr id="21" name="TextBox 20"/>
          <p:cNvSpPr txBox="1"/>
          <p:nvPr/>
        </p:nvSpPr>
        <p:spPr>
          <a:xfrm>
            <a:off x="3602736" y="4818888"/>
            <a:ext cx="1965960" cy="365760"/>
          </a:xfrm>
          <a:prstGeom prst="rect">
            <a:avLst/>
          </a:prstGeom>
          <a:noFill/>
        </p:spPr>
        <p:txBody>
          <a:bodyPr wrap="square" lIns="0" tIns="0" rIns="0" bIns="0" anchor="t"/>
          <a:lstStyle/>
          <a:p>
            <a:pPr algn="l">
              <a:lnSpc>
                <a:spcPct val="115000"/>
              </a:lnSpc>
              <a:spcAft>
                <a:spcPts val="0"/>
              </a:spcAft>
            </a:pPr>
            <a:r>
              <a:rPr sz="1250" b="0">
                <a:solidFill>
                  <a:srgbClr val="34343D"/>
                </a:solidFill>
                <a:latin typeface="Ubuntu Light"/>
              </a:rPr>
              <a:t>Challenge before committing</a:t>
            </a:r>
          </a:p>
        </p:txBody>
      </p:sp>
      <p:sp>
        <p:nvSpPr>
          <p:cNvPr id="22" name="TextBox 21"/>
          <p:cNvSpPr txBox="1"/>
          <p:nvPr/>
        </p:nvSpPr>
        <p:spPr>
          <a:xfrm>
            <a:off x="6400800" y="2395728"/>
            <a:ext cx="5029200" cy="365760"/>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Delivery waves</a:t>
            </a:r>
          </a:p>
        </p:txBody>
      </p:sp>
      <p:sp>
        <p:nvSpPr>
          <p:cNvPr id="23" name="TextBox 22"/>
          <p:cNvSpPr txBox="1"/>
          <p:nvPr/>
        </p:nvSpPr>
        <p:spPr>
          <a:xfrm>
            <a:off x="6400800" y="2880360"/>
            <a:ext cx="82296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Now</a:t>
            </a:r>
          </a:p>
        </p:txBody>
      </p:sp>
      <p:sp>
        <p:nvSpPr>
          <p:cNvPr id="24" name="TextBox 23"/>
          <p:cNvSpPr txBox="1"/>
          <p:nvPr/>
        </p:nvSpPr>
        <p:spPr>
          <a:xfrm>
            <a:off x="7223760" y="2898648"/>
            <a:ext cx="4361688"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Quick wins and the first supervised AI pilot, with acceptance criteria and owners.</a:t>
            </a:r>
          </a:p>
        </p:txBody>
      </p:sp>
      <p:cxnSp>
        <p:nvCxnSpPr>
          <p:cNvPr id="25" name="Connector 24"/>
          <p:cNvCxnSpPr/>
          <p:nvPr/>
        </p:nvCxnSpPr>
        <p:spPr>
          <a:xfrm>
            <a:off x="6400800" y="3508248"/>
            <a:ext cx="518464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0" y="3645407"/>
            <a:ext cx="82296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Next</a:t>
            </a:r>
          </a:p>
        </p:txBody>
      </p:sp>
      <p:sp>
        <p:nvSpPr>
          <p:cNvPr id="27" name="TextBox 26"/>
          <p:cNvSpPr txBox="1"/>
          <p:nvPr/>
        </p:nvSpPr>
        <p:spPr>
          <a:xfrm>
            <a:off x="7223760" y="3663695"/>
            <a:ext cx="4361688"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Changes that depend on the pilot's results or on connecting systems.</a:t>
            </a:r>
          </a:p>
        </p:txBody>
      </p:sp>
      <p:cxnSp>
        <p:nvCxnSpPr>
          <p:cNvPr id="28" name="Connector 27"/>
          <p:cNvCxnSpPr/>
          <p:nvPr/>
        </p:nvCxnSpPr>
        <p:spPr>
          <a:xfrm>
            <a:off x="6400800" y="4273296"/>
            <a:ext cx="5184648"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0" y="4410456"/>
            <a:ext cx="822960" cy="365760"/>
          </a:xfrm>
          <a:prstGeom prst="rect">
            <a:avLst/>
          </a:prstGeom>
          <a:noFill/>
        </p:spPr>
        <p:txBody>
          <a:bodyPr wrap="square" lIns="0" tIns="0" rIns="0" bIns="0" anchor="t"/>
          <a:lstStyle/>
          <a:p>
            <a:pPr algn="l">
              <a:lnSpc>
                <a:spcPct val="115000"/>
              </a:lnSpc>
              <a:spcAft>
                <a:spcPts val="0"/>
              </a:spcAft>
            </a:pPr>
            <a:r>
              <a:rPr sz="1600" b="1">
                <a:solidFill>
                  <a:srgbClr val="0058AB"/>
                </a:solidFill>
                <a:latin typeface="Ubuntu"/>
              </a:rPr>
              <a:t>Later</a:t>
            </a:r>
          </a:p>
        </p:txBody>
      </p:sp>
      <p:sp>
        <p:nvSpPr>
          <p:cNvPr id="30" name="TextBox 29"/>
          <p:cNvSpPr txBox="1"/>
          <p:nvPr/>
        </p:nvSpPr>
        <p:spPr>
          <a:xfrm>
            <a:off x="7223760" y="4428744"/>
            <a:ext cx="4361688" cy="490727"/>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Larger redesigns, kept visible with their open questions.</a:t>
            </a:r>
          </a:p>
        </p:txBody>
      </p:sp>
      <p:sp>
        <p:nvSpPr>
          <p:cNvPr id="31" name="TextBox 30"/>
          <p:cNvSpPr txBox="1"/>
          <p:nvPr/>
        </p:nvSpPr>
        <p:spPr>
          <a:xfrm>
            <a:off x="6400800" y="5166360"/>
            <a:ext cx="5184648" cy="548640"/>
          </a:xfrm>
          <a:prstGeom prst="rect">
            <a:avLst/>
          </a:prstGeom>
          <a:noFill/>
        </p:spPr>
        <p:txBody>
          <a:bodyPr wrap="square" lIns="0" tIns="0" rIns="0" bIns="0" anchor="t"/>
          <a:lstStyle/>
          <a:p>
            <a:pPr algn="l">
              <a:lnSpc>
                <a:spcPct val="115000"/>
              </a:lnSpc>
              <a:spcAft>
                <a:spcPts val="0"/>
              </a:spcAft>
            </a:pPr>
            <a:r>
              <a:rPr sz="1250" b="0">
                <a:solidFill>
                  <a:srgbClr val="6B6B78"/>
                </a:solidFill>
                <a:latin typeface="Ubuntu Light"/>
              </a:rPr>
              <a:t>Each wave shows a running total of its modeled value, built from the same formulas as the individual opportunities.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 measured data when you have it</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BEYOND THE WORKSHOP</a:t>
            </a:r>
          </a:p>
        </p:txBody>
      </p:sp>
      <p:sp>
        <p:nvSpPr>
          <p:cNvPr id="4" name="TextBox 3"/>
          <p:cNvSpPr txBox="1"/>
          <p:nvPr/>
        </p:nvSpPr>
        <p:spPr>
          <a:xfrm>
            <a:off x="603504" y="1572768"/>
            <a:ext cx="10058400" cy="640080"/>
          </a:xfrm>
          <a:prstGeom prst="rect">
            <a:avLst/>
          </a:prstGeom>
          <a:noFill/>
        </p:spPr>
        <p:txBody>
          <a:bodyPr wrap="square" lIns="0" tIns="0" rIns="0" bIns="0" anchor="t"/>
          <a:lstStyle/>
          <a:p>
            <a:pPr algn="l">
              <a:lnSpc>
                <a:spcPct val="115000"/>
              </a:lnSpc>
              <a:spcAft>
                <a:spcPts val="0"/>
              </a:spcAft>
            </a:pPr>
            <a:r>
              <a:rPr sz="1700" b="0">
                <a:solidFill>
                  <a:srgbClr val="121A38"/>
                </a:solidFill>
                <a:latin typeface="Ubuntu Light"/>
              </a:rPr>
              <a:t>Workshop estimates are a starting point. If your workflow, ticketing or core system can export an event log, the same model can show how the process actually runs.</a:t>
            </a:r>
          </a:p>
        </p:txBody>
      </p:sp>
      <p:sp>
        <p:nvSpPr>
          <p:cNvPr id="5" name="Rounded Rectangle 4"/>
          <p:cNvSpPr/>
          <p:nvPr/>
        </p:nvSpPr>
        <p:spPr>
          <a:xfrm>
            <a:off x="603504" y="2514600"/>
            <a:ext cx="3611880" cy="3017520"/>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growth.png"/>
          <p:cNvPicPr>
            <a:picLocks noChangeAspect="1"/>
          </p:cNvPicPr>
          <p:nvPr/>
        </p:nvPicPr>
        <p:blipFill>
          <a:blip r:embed="rId3"/>
          <a:stretch>
            <a:fillRect/>
          </a:stretch>
        </p:blipFill>
        <p:spPr>
          <a:xfrm>
            <a:off x="877824" y="2743200"/>
            <a:ext cx="612843" cy="685800"/>
          </a:xfrm>
          <a:prstGeom prst="rect">
            <a:avLst/>
          </a:prstGeom>
        </p:spPr>
      </p:pic>
      <p:sp>
        <p:nvSpPr>
          <p:cNvPr id="7" name="TextBox 6"/>
          <p:cNvSpPr txBox="1"/>
          <p:nvPr/>
        </p:nvSpPr>
        <p:spPr>
          <a:xfrm>
            <a:off x="877824" y="3611880"/>
            <a:ext cx="310896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Measure today's process</a:t>
            </a:r>
          </a:p>
        </p:txBody>
      </p:sp>
      <p:sp>
        <p:nvSpPr>
          <p:cNvPr id="8" name="TextBox 7"/>
          <p:cNvSpPr txBox="1"/>
          <p:nvPr/>
        </p:nvSpPr>
        <p:spPr>
          <a:xfrm>
            <a:off x="877824" y="4019550"/>
            <a:ext cx="3108960" cy="137160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How many cases reach each step, how long each step takes and which paths cases follow, shown next to what the workshop captured.</a:t>
            </a:r>
          </a:p>
        </p:txBody>
      </p:sp>
      <p:sp>
        <p:nvSpPr>
          <p:cNvPr id="9" name="Rounded Rectangle 8"/>
          <p:cNvSpPr/>
          <p:nvPr/>
        </p:nvSpPr>
        <p:spPr>
          <a:xfrm>
            <a:off x="4489704" y="2514600"/>
            <a:ext cx="3611880" cy="3017520"/>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cycle.png"/>
          <p:cNvPicPr>
            <a:picLocks noChangeAspect="1"/>
          </p:cNvPicPr>
          <p:nvPr/>
        </p:nvPicPr>
        <p:blipFill>
          <a:blip r:embed="rId4"/>
          <a:stretch>
            <a:fillRect/>
          </a:stretch>
        </p:blipFill>
        <p:spPr>
          <a:xfrm>
            <a:off x="4764024" y="2743200"/>
            <a:ext cx="1112108" cy="685800"/>
          </a:xfrm>
          <a:prstGeom prst="rect">
            <a:avLst/>
          </a:prstGeom>
        </p:spPr>
      </p:pic>
      <p:sp>
        <p:nvSpPr>
          <p:cNvPr id="11" name="TextBox 10"/>
          <p:cNvSpPr txBox="1"/>
          <p:nvPr/>
        </p:nvSpPr>
        <p:spPr>
          <a:xfrm>
            <a:off x="4764024" y="3611880"/>
            <a:ext cx="3108960" cy="595884"/>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Check whether a change worked</a:t>
            </a:r>
          </a:p>
        </p:txBody>
      </p:sp>
      <p:sp>
        <p:nvSpPr>
          <p:cNvPr id="12" name="TextBox 11"/>
          <p:cNvSpPr txBox="1"/>
          <p:nvPr/>
        </p:nvSpPr>
        <p:spPr>
          <a:xfrm>
            <a:off x="4764024" y="4317492"/>
            <a:ext cx="3108960" cy="137160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 log from before a change and one from after are compared step by step, with caveats such as seasonality and volume mix stated alongside.</a:t>
            </a:r>
          </a:p>
        </p:txBody>
      </p:sp>
      <p:sp>
        <p:nvSpPr>
          <p:cNvPr id="13" name="TextBox 12"/>
          <p:cNvSpPr txBox="1"/>
          <p:nvPr/>
        </p:nvSpPr>
        <p:spPr>
          <a:xfrm>
            <a:off x="8503920" y="2606040"/>
            <a:ext cx="3081528" cy="365760"/>
          </a:xfrm>
          <a:prstGeom prst="rect">
            <a:avLst/>
          </a:prstGeom>
          <a:noFill/>
        </p:spPr>
        <p:txBody>
          <a:bodyPr wrap="square" lIns="0" tIns="0" rIns="0" bIns="0" anchor="t"/>
          <a:lstStyle/>
          <a:p>
            <a:pPr algn="l">
              <a:lnSpc>
                <a:spcPct val="115000"/>
              </a:lnSpc>
              <a:spcAft>
                <a:spcPts val="0"/>
              </a:spcAft>
            </a:pPr>
            <a:r>
              <a:rPr sz="1500" b="1">
                <a:solidFill>
                  <a:srgbClr val="121A38"/>
                </a:solidFill>
                <a:latin typeface="Ubuntu"/>
              </a:rPr>
              <a:t>Only aggregates are kept</a:t>
            </a:r>
          </a:p>
        </p:txBody>
      </p:sp>
      <p:sp>
        <p:nvSpPr>
          <p:cNvPr id="14" name="TextBox 13"/>
          <p:cNvSpPr txBox="1"/>
          <p:nvPr/>
        </p:nvSpPr>
        <p:spPr>
          <a:xfrm>
            <a:off x="8503920" y="2990088"/>
            <a:ext cx="3081528" cy="12801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Counts and times per step. Individual events, case IDs and the names of people in the log are not stored.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you take away from the Jump Start</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OUTCOMES</a:t>
            </a:r>
          </a:p>
        </p:txBody>
      </p:sp>
      <p:sp>
        <p:nvSpPr>
          <p:cNvPr id="4" name="Rounded Rectangle 3"/>
          <p:cNvSpPr/>
          <p:nvPr/>
        </p:nvSpPr>
        <p:spPr>
          <a:xfrm>
            <a:off x="603504" y="1691640"/>
            <a:ext cx="3520440" cy="1874519"/>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77824" y="1920240"/>
            <a:ext cx="914400" cy="274320"/>
          </a:xfrm>
          <a:prstGeom prst="rect">
            <a:avLst/>
          </a:prstGeom>
          <a:noFill/>
        </p:spPr>
        <p:txBody>
          <a:bodyPr wrap="square" lIns="0" tIns="0" rIns="0" bIns="0" anchor="t"/>
          <a:lstStyle/>
          <a:p>
            <a:pPr algn="l">
              <a:lnSpc>
                <a:spcPct val="115000"/>
              </a:lnSpc>
              <a:spcAft>
                <a:spcPts val="0"/>
              </a:spcAft>
            </a:pPr>
            <a:r>
              <a:rPr sz="1200" b="1">
                <a:solidFill>
                  <a:srgbClr val="0058AB"/>
                </a:solidFill>
                <a:latin typeface="Ubuntu"/>
              </a:rPr>
              <a:t>01</a:t>
            </a:r>
          </a:p>
        </p:txBody>
      </p:sp>
      <p:sp>
        <p:nvSpPr>
          <p:cNvPr id="6" name="TextBox 5"/>
          <p:cNvSpPr txBox="1"/>
          <p:nvPr/>
        </p:nvSpPr>
        <p:spPr>
          <a:xfrm>
            <a:off x="877824" y="2221992"/>
            <a:ext cx="297180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Current-state model</a:t>
            </a:r>
          </a:p>
        </p:txBody>
      </p:sp>
      <p:sp>
        <p:nvSpPr>
          <p:cNvPr id="7" name="TextBox 6"/>
          <p:cNvSpPr txBox="1"/>
          <p:nvPr/>
        </p:nvSpPr>
        <p:spPr>
          <a:xfrm>
            <a:off x="877824" y="2611374"/>
            <a:ext cx="2971800" cy="8229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Agreed with the people who run the process, with its sources and open questions.</a:t>
            </a:r>
          </a:p>
        </p:txBody>
      </p:sp>
      <p:sp>
        <p:nvSpPr>
          <p:cNvPr id="8" name="Rounded Rectangle 7"/>
          <p:cNvSpPr/>
          <p:nvPr/>
        </p:nvSpPr>
        <p:spPr>
          <a:xfrm>
            <a:off x="4334256" y="1691640"/>
            <a:ext cx="3520440" cy="1874519"/>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608576" y="1920240"/>
            <a:ext cx="914400" cy="274320"/>
          </a:xfrm>
          <a:prstGeom prst="rect">
            <a:avLst/>
          </a:prstGeom>
          <a:noFill/>
        </p:spPr>
        <p:txBody>
          <a:bodyPr wrap="square" lIns="0" tIns="0" rIns="0" bIns="0" anchor="t"/>
          <a:lstStyle/>
          <a:p>
            <a:pPr algn="l">
              <a:lnSpc>
                <a:spcPct val="115000"/>
              </a:lnSpc>
              <a:spcAft>
                <a:spcPts val="0"/>
              </a:spcAft>
            </a:pPr>
            <a:r>
              <a:rPr sz="1200" b="1">
                <a:solidFill>
                  <a:srgbClr val="0058AB"/>
                </a:solidFill>
                <a:latin typeface="Ubuntu"/>
              </a:rPr>
              <a:t>02</a:t>
            </a:r>
          </a:p>
        </p:txBody>
      </p:sp>
      <p:sp>
        <p:nvSpPr>
          <p:cNvPr id="10" name="TextBox 9"/>
          <p:cNvSpPr txBox="1"/>
          <p:nvPr/>
        </p:nvSpPr>
        <p:spPr>
          <a:xfrm>
            <a:off x="4608576" y="2221992"/>
            <a:ext cx="297180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Future-state design</a:t>
            </a:r>
          </a:p>
        </p:txBody>
      </p:sp>
      <p:sp>
        <p:nvSpPr>
          <p:cNvPr id="11" name="TextBox 10"/>
          <p:cNvSpPr txBox="1"/>
          <p:nvPr/>
        </p:nvSpPr>
        <p:spPr>
          <a:xfrm>
            <a:off x="4608576" y="2611374"/>
            <a:ext cx="2971800" cy="8229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One or more alternatives compared with the baseline, each change with its reason.</a:t>
            </a:r>
          </a:p>
        </p:txBody>
      </p:sp>
      <p:sp>
        <p:nvSpPr>
          <p:cNvPr id="12" name="Rounded Rectangle 11"/>
          <p:cNvSpPr/>
          <p:nvPr/>
        </p:nvSpPr>
        <p:spPr>
          <a:xfrm>
            <a:off x="8065008" y="1691640"/>
            <a:ext cx="3520440" cy="1874519"/>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39328" y="1920240"/>
            <a:ext cx="914400" cy="274320"/>
          </a:xfrm>
          <a:prstGeom prst="rect">
            <a:avLst/>
          </a:prstGeom>
          <a:noFill/>
        </p:spPr>
        <p:txBody>
          <a:bodyPr wrap="square" lIns="0" tIns="0" rIns="0" bIns="0" anchor="t"/>
          <a:lstStyle/>
          <a:p>
            <a:pPr algn="l">
              <a:lnSpc>
                <a:spcPct val="115000"/>
              </a:lnSpc>
              <a:spcAft>
                <a:spcPts val="0"/>
              </a:spcAft>
            </a:pPr>
            <a:r>
              <a:rPr sz="1200" b="1">
                <a:solidFill>
                  <a:srgbClr val="0058AB"/>
                </a:solidFill>
                <a:latin typeface="Ubuntu"/>
              </a:rPr>
              <a:t>03</a:t>
            </a:r>
          </a:p>
        </p:txBody>
      </p:sp>
      <p:sp>
        <p:nvSpPr>
          <p:cNvPr id="14" name="TextBox 13"/>
          <p:cNvSpPr txBox="1"/>
          <p:nvPr/>
        </p:nvSpPr>
        <p:spPr>
          <a:xfrm>
            <a:off x="8339328" y="2221992"/>
            <a:ext cx="297180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Prioritized opportunities</a:t>
            </a:r>
          </a:p>
        </p:txBody>
      </p:sp>
      <p:sp>
        <p:nvSpPr>
          <p:cNvPr id="15" name="TextBox 14"/>
          <p:cNvSpPr txBox="1"/>
          <p:nvPr/>
        </p:nvSpPr>
        <p:spPr>
          <a:xfrm>
            <a:off x="8339328" y="2611374"/>
            <a:ext cx="2971800" cy="8229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Ranked by value against effort and grouped into now, next and later.</a:t>
            </a:r>
          </a:p>
        </p:txBody>
      </p:sp>
      <p:sp>
        <p:nvSpPr>
          <p:cNvPr id="16" name="Rounded Rectangle 15"/>
          <p:cNvSpPr/>
          <p:nvPr/>
        </p:nvSpPr>
        <p:spPr>
          <a:xfrm>
            <a:off x="603504" y="3840479"/>
            <a:ext cx="3520440" cy="1874519"/>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77824" y="4069079"/>
            <a:ext cx="914400" cy="274320"/>
          </a:xfrm>
          <a:prstGeom prst="rect">
            <a:avLst/>
          </a:prstGeom>
          <a:noFill/>
        </p:spPr>
        <p:txBody>
          <a:bodyPr wrap="square" lIns="0" tIns="0" rIns="0" bIns="0" anchor="t"/>
          <a:lstStyle/>
          <a:p>
            <a:pPr algn="l">
              <a:lnSpc>
                <a:spcPct val="115000"/>
              </a:lnSpc>
              <a:spcAft>
                <a:spcPts val="0"/>
              </a:spcAft>
            </a:pPr>
            <a:r>
              <a:rPr sz="1200" b="1">
                <a:solidFill>
                  <a:srgbClr val="0058AB"/>
                </a:solidFill>
                <a:latin typeface="Ubuntu"/>
              </a:rPr>
              <a:t>04</a:t>
            </a:r>
          </a:p>
        </p:txBody>
      </p:sp>
      <p:sp>
        <p:nvSpPr>
          <p:cNvPr id="18" name="TextBox 17"/>
          <p:cNvSpPr txBox="1"/>
          <p:nvPr/>
        </p:nvSpPr>
        <p:spPr>
          <a:xfrm>
            <a:off x="877824" y="4370831"/>
            <a:ext cx="297180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Pilot brief</a:t>
            </a:r>
          </a:p>
        </p:txBody>
      </p:sp>
      <p:sp>
        <p:nvSpPr>
          <p:cNvPr id="19" name="TextBox 18"/>
          <p:cNvSpPr txBox="1"/>
          <p:nvPr/>
        </p:nvSpPr>
        <p:spPr>
          <a:xfrm>
            <a:off x="877824" y="4760213"/>
            <a:ext cx="2971800" cy="8229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Automation designs with their controls, acceptance criteria and owned actions.</a:t>
            </a:r>
          </a:p>
        </p:txBody>
      </p:sp>
      <p:sp>
        <p:nvSpPr>
          <p:cNvPr id="20" name="Rounded Rectangle 19"/>
          <p:cNvSpPr/>
          <p:nvPr/>
        </p:nvSpPr>
        <p:spPr>
          <a:xfrm>
            <a:off x="4334256" y="3840479"/>
            <a:ext cx="3520440" cy="1874519"/>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608576" y="4069079"/>
            <a:ext cx="914400" cy="274320"/>
          </a:xfrm>
          <a:prstGeom prst="rect">
            <a:avLst/>
          </a:prstGeom>
          <a:noFill/>
        </p:spPr>
        <p:txBody>
          <a:bodyPr wrap="square" lIns="0" tIns="0" rIns="0" bIns="0" anchor="t"/>
          <a:lstStyle/>
          <a:p>
            <a:pPr algn="l">
              <a:lnSpc>
                <a:spcPct val="115000"/>
              </a:lnSpc>
              <a:spcAft>
                <a:spcPts val="0"/>
              </a:spcAft>
            </a:pPr>
            <a:r>
              <a:rPr sz="1200" b="1">
                <a:solidFill>
                  <a:srgbClr val="0058AB"/>
                </a:solidFill>
                <a:latin typeface="Ubuntu"/>
              </a:rPr>
              <a:t>05</a:t>
            </a:r>
          </a:p>
        </p:txBody>
      </p:sp>
      <p:sp>
        <p:nvSpPr>
          <p:cNvPr id="22" name="TextBox 21"/>
          <p:cNvSpPr txBox="1"/>
          <p:nvPr/>
        </p:nvSpPr>
        <p:spPr>
          <a:xfrm>
            <a:off x="4608576" y="4370831"/>
            <a:ext cx="297180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Report and review form</a:t>
            </a:r>
          </a:p>
        </p:txBody>
      </p:sp>
      <p:sp>
        <p:nvSpPr>
          <p:cNvPr id="23" name="TextBox 22"/>
          <p:cNvSpPr txBox="1"/>
          <p:nvPr/>
        </p:nvSpPr>
        <p:spPr>
          <a:xfrm>
            <a:off x="4608576" y="4760213"/>
            <a:ext cx="2971800" cy="8229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 printable summary, and a form that lets stakeholders confirm or dispute each step.</a:t>
            </a:r>
          </a:p>
        </p:txBody>
      </p:sp>
      <p:sp>
        <p:nvSpPr>
          <p:cNvPr id="24" name="Rounded Rectangle 23"/>
          <p:cNvSpPr/>
          <p:nvPr/>
        </p:nvSpPr>
        <p:spPr>
          <a:xfrm>
            <a:off x="8065008" y="3840479"/>
            <a:ext cx="3520440" cy="1874519"/>
          </a:xfrm>
          <a:prstGeom prst="roundRect">
            <a:avLst>
              <a:gd name="adj" fmla="val 8000"/>
            </a:avLst>
          </a:prstGeom>
          <a:solidFill>
            <a:srgbClr val="FFFFFF"/>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339328" y="4069079"/>
            <a:ext cx="914400" cy="274320"/>
          </a:xfrm>
          <a:prstGeom prst="rect">
            <a:avLst/>
          </a:prstGeom>
          <a:noFill/>
        </p:spPr>
        <p:txBody>
          <a:bodyPr wrap="square" lIns="0" tIns="0" rIns="0" bIns="0" anchor="t"/>
          <a:lstStyle/>
          <a:p>
            <a:pPr algn="l">
              <a:lnSpc>
                <a:spcPct val="115000"/>
              </a:lnSpc>
              <a:spcAft>
                <a:spcPts val="0"/>
              </a:spcAft>
            </a:pPr>
            <a:r>
              <a:rPr sz="1200" b="1">
                <a:solidFill>
                  <a:srgbClr val="0058AB"/>
                </a:solidFill>
                <a:latin typeface="Ubuntu"/>
              </a:rPr>
              <a:t>06</a:t>
            </a:r>
          </a:p>
        </p:txBody>
      </p:sp>
      <p:sp>
        <p:nvSpPr>
          <p:cNvPr id="26" name="TextBox 25"/>
          <p:cNvSpPr txBox="1"/>
          <p:nvPr/>
        </p:nvSpPr>
        <p:spPr>
          <a:xfrm>
            <a:off x="8339328" y="4370831"/>
            <a:ext cx="2971800" cy="297942"/>
          </a:xfrm>
          <a:prstGeom prst="rect">
            <a:avLst/>
          </a:prstGeom>
          <a:noFill/>
        </p:spPr>
        <p:txBody>
          <a:bodyPr wrap="square" lIns="0" tIns="0" rIns="0" bIns="0" anchor="t"/>
          <a:lstStyle/>
          <a:p>
            <a:pPr algn="l">
              <a:lnSpc>
                <a:spcPct val="115000"/>
              </a:lnSpc>
              <a:spcAft>
                <a:spcPts val="0"/>
              </a:spcAft>
            </a:pPr>
            <a:r>
              <a:rPr sz="1700" b="1">
                <a:solidFill>
                  <a:srgbClr val="121A38"/>
                </a:solidFill>
                <a:latin typeface="Ubuntu"/>
              </a:rPr>
              <a:t>Exports for your tools</a:t>
            </a:r>
          </a:p>
        </p:txBody>
      </p:sp>
      <p:sp>
        <p:nvSpPr>
          <p:cNvPr id="27" name="TextBox 26"/>
          <p:cNvSpPr txBox="1"/>
          <p:nvPr/>
        </p:nvSpPr>
        <p:spPr>
          <a:xfrm>
            <a:off x="8339328" y="4760213"/>
            <a:ext cx="2971800" cy="822960"/>
          </a:xfrm>
          <a:prstGeom prst="rect">
            <a:avLst/>
          </a:prstGeom>
          <a:noFill/>
        </p:spPr>
        <p:txBody>
          <a:bodyPr wrap="square" lIns="0" tIns="0" rIns="0" bIns="0" anchor="t"/>
          <a:lstStyle/>
          <a:p>
            <a:pPr algn="l">
              <a:lnSpc>
                <a:spcPct val="115000"/>
              </a:lnSpc>
              <a:spcAft>
                <a:spcPts val="0"/>
              </a:spcAft>
            </a:pPr>
            <a:r>
              <a:rPr sz="1400" b="0">
                <a:solidFill>
                  <a:srgbClr val="34343D"/>
                </a:solidFill>
                <a:latin typeface="Ubuntu Light"/>
              </a:rPr>
              <a:t>A PowerPoint deck, a BPMN 2.0 diagram, and a Jira, Azure DevOps or Excel backlog.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Your material stays under your control</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1DB8F2"/>
                </a:solidFill>
                <a:latin typeface="Ubuntu"/>
              </a:rPr>
              <a:t>DATA HANDLING</a:t>
            </a:r>
          </a:p>
        </p:txBody>
      </p:sp>
      <p:sp>
        <p:nvSpPr>
          <p:cNvPr id="4" name="TextBox 3"/>
          <p:cNvSpPr txBox="1"/>
          <p:nvPr/>
        </p:nvSpPr>
        <p:spPr>
          <a:xfrm>
            <a:off x="603504" y="1691640"/>
            <a:ext cx="5120640" cy="365760"/>
          </a:xfrm>
          <a:prstGeom prst="rect">
            <a:avLst/>
          </a:prstGeom>
          <a:noFill/>
        </p:spPr>
        <p:txBody>
          <a:bodyPr wrap="square" lIns="0" tIns="0" rIns="0" bIns="0" anchor="t"/>
          <a:lstStyle/>
          <a:p>
            <a:pPr algn="l">
              <a:lnSpc>
                <a:spcPct val="115000"/>
              </a:lnSpc>
              <a:spcAft>
                <a:spcPts val="0"/>
              </a:spcAft>
            </a:pPr>
            <a:r>
              <a:rPr sz="1700" b="1">
                <a:solidFill>
                  <a:srgbClr val="FFFFFF"/>
                </a:solidFill>
                <a:latin typeface="Ubuntu"/>
              </a:rPr>
              <a:t>Runs from local files</a:t>
            </a:r>
          </a:p>
        </p:txBody>
      </p:sp>
      <p:sp>
        <p:nvSpPr>
          <p:cNvPr id="5" name="TextBox 4"/>
          <p:cNvSpPr txBox="1"/>
          <p:nvPr/>
        </p:nvSpPr>
        <p:spPr>
          <a:xfrm>
            <a:off x="603504" y="2103120"/>
            <a:ext cx="5120640" cy="1005840"/>
          </a:xfrm>
          <a:prstGeom prst="rect">
            <a:avLst/>
          </a:prstGeom>
          <a:noFill/>
        </p:spPr>
        <p:txBody>
          <a:bodyPr wrap="square" lIns="0" tIns="0" rIns="0" bIns="0" anchor="t"/>
          <a:lstStyle/>
          <a:p>
            <a:pPr algn="l">
              <a:lnSpc>
                <a:spcPct val="115000"/>
              </a:lnSpc>
              <a:spcAft>
                <a:spcPts val="0"/>
              </a:spcAft>
            </a:pPr>
            <a:r>
              <a:rPr sz="1400" b="0">
                <a:solidFill>
                  <a:srgbClr val="D9DCE6"/>
                </a:solidFill>
                <a:latin typeface="Ubuntu Light"/>
              </a:rPr>
              <a:t>Opened from disk, AIxRay makes no network requests. The saved project file is the record, stored like any other client document.</a:t>
            </a:r>
          </a:p>
        </p:txBody>
      </p:sp>
      <p:sp>
        <p:nvSpPr>
          <p:cNvPr id="6" name="TextBox 5"/>
          <p:cNvSpPr txBox="1"/>
          <p:nvPr/>
        </p:nvSpPr>
        <p:spPr>
          <a:xfrm>
            <a:off x="6181344" y="1691640"/>
            <a:ext cx="5120640" cy="365760"/>
          </a:xfrm>
          <a:prstGeom prst="rect">
            <a:avLst/>
          </a:prstGeom>
          <a:noFill/>
        </p:spPr>
        <p:txBody>
          <a:bodyPr wrap="square" lIns="0" tIns="0" rIns="0" bIns="0" anchor="t"/>
          <a:lstStyle/>
          <a:p>
            <a:pPr algn="l">
              <a:lnSpc>
                <a:spcPct val="115000"/>
              </a:lnSpc>
              <a:spcAft>
                <a:spcPts val="0"/>
              </a:spcAft>
            </a:pPr>
            <a:r>
              <a:rPr sz="1700" b="1">
                <a:solidFill>
                  <a:srgbClr val="FFFFFF"/>
                </a:solidFill>
                <a:latin typeface="Ubuntu"/>
              </a:rPr>
              <a:t>AI drafting is optional and labeled</a:t>
            </a:r>
          </a:p>
        </p:txBody>
      </p:sp>
      <p:sp>
        <p:nvSpPr>
          <p:cNvPr id="7" name="TextBox 6"/>
          <p:cNvSpPr txBox="1"/>
          <p:nvPr/>
        </p:nvSpPr>
        <p:spPr>
          <a:xfrm>
            <a:off x="6181344" y="2103120"/>
            <a:ext cx="5120640" cy="1005840"/>
          </a:xfrm>
          <a:prstGeom prst="rect">
            <a:avLst/>
          </a:prstGeom>
          <a:noFill/>
        </p:spPr>
        <p:txBody>
          <a:bodyPr wrap="square" lIns="0" tIns="0" rIns="0" bIns="0" anchor="t"/>
          <a:lstStyle/>
          <a:p>
            <a:pPr algn="l">
              <a:lnSpc>
                <a:spcPct val="115000"/>
              </a:lnSpc>
              <a:spcAft>
                <a:spcPts val="0"/>
              </a:spcAft>
            </a:pPr>
            <a:r>
              <a:rPr sz="1400" b="0">
                <a:solidFill>
                  <a:srgbClr val="D9DCE6"/>
                </a:solidFill>
                <a:latin typeface="Ubuntu Light"/>
              </a:rPr>
              <a:t>AI runs only on approved commercial plans with the project lead's approval. Every AI draft stays out of reports and exports until a person reviews it.</a:t>
            </a:r>
          </a:p>
        </p:txBody>
      </p:sp>
      <p:sp>
        <p:nvSpPr>
          <p:cNvPr id="8" name="TextBox 7"/>
          <p:cNvSpPr txBox="1"/>
          <p:nvPr/>
        </p:nvSpPr>
        <p:spPr>
          <a:xfrm>
            <a:off x="603504" y="3291840"/>
            <a:ext cx="5120640" cy="365760"/>
          </a:xfrm>
          <a:prstGeom prst="rect">
            <a:avLst/>
          </a:prstGeom>
          <a:noFill/>
        </p:spPr>
        <p:txBody>
          <a:bodyPr wrap="square" lIns="0" tIns="0" rIns="0" bIns="0" anchor="t"/>
          <a:lstStyle/>
          <a:p>
            <a:pPr algn="l">
              <a:lnSpc>
                <a:spcPct val="115000"/>
              </a:lnSpc>
              <a:spcAft>
                <a:spcPts val="0"/>
              </a:spcAft>
            </a:pPr>
            <a:r>
              <a:rPr sz="1700" b="1">
                <a:solidFill>
                  <a:srgbClr val="FFFFFF"/>
                </a:solidFill>
                <a:latin typeface="Ubuntu"/>
              </a:rPr>
              <a:t>Sensitive findings stay out by default</a:t>
            </a:r>
          </a:p>
        </p:txBody>
      </p:sp>
      <p:sp>
        <p:nvSpPr>
          <p:cNvPr id="9" name="TextBox 8"/>
          <p:cNvSpPr txBox="1"/>
          <p:nvPr/>
        </p:nvSpPr>
        <p:spPr>
          <a:xfrm>
            <a:off x="603504" y="3703320"/>
            <a:ext cx="5120640" cy="1005840"/>
          </a:xfrm>
          <a:prstGeom prst="rect">
            <a:avLst/>
          </a:prstGeom>
          <a:noFill/>
        </p:spPr>
        <p:txBody>
          <a:bodyPr wrap="square" lIns="0" tIns="0" rIns="0" bIns="0" anchor="t"/>
          <a:lstStyle/>
          <a:p>
            <a:pPr algn="l">
              <a:lnSpc>
                <a:spcPct val="115000"/>
              </a:lnSpc>
              <a:spcAft>
                <a:spcPts val="0"/>
              </a:spcAft>
            </a:pPr>
            <a:r>
              <a:rPr sz="1400" b="0">
                <a:solidFill>
                  <a:srgbClr val="D9DCE6"/>
                </a:solidFill>
                <a:latin typeface="Ubuntu Light"/>
              </a:rPr>
              <a:t>Findings marked sensitive are left out of reports, review forms and exports unless someone deliberately includes them.</a:t>
            </a:r>
          </a:p>
        </p:txBody>
      </p:sp>
      <p:sp>
        <p:nvSpPr>
          <p:cNvPr id="10" name="TextBox 9"/>
          <p:cNvSpPr txBox="1"/>
          <p:nvPr/>
        </p:nvSpPr>
        <p:spPr>
          <a:xfrm>
            <a:off x="6181344" y="3291840"/>
            <a:ext cx="5120640" cy="365760"/>
          </a:xfrm>
          <a:prstGeom prst="rect">
            <a:avLst/>
          </a:prstGeom>
          <a:noFill/>
        </p:spPr>
        <p:txBody>
          <a:bodyPr wrap="square" lIns="0" tIns="0" rIns="0" bIns="0" anchor="t"/>
          <a:lstStyle/>
          <a:p>
            <a:pPr algn="l">
              <a:lnSpc>
                <a:spcPct val="115000"/>
              </a:lnSpc>
              <a:spcAft>
                <a:spcPts val="0"/>
              </a:spcAft>
            </a:pPr>
            <a:r>
              <a:rPr sz="1700" b="1">
                <a:solidFill>
                  <a:srgbClr val="FFFFFF"/>
                </a:solidFill>
                <a:latin typeface="Ubuntu"/>
              </a:rPr>
              <a:t>Review forms carry only what you choose</a:t>
            </a:r>
          </a:p>
        </p:txBody>
      </p:sp>
      <p:sp>
        <p:nvSpPr>
          <p:cNvPr id="11" name="TextBox 10"/>
          <p:cNvSpPr txBox="1"/>
          <p:nvPr/>
        </p:nvSpPr>
        <p:spPr>
          <a:xfrm>
            <a:off x="6181344" y="3703320"/>
            <a:ext cx="5120640" cy="1005840"/>
          </a:xfrm>
          <a:prstGeom prst="rect">
            <a:avLst/>
          </a:prstGeom>
          <a:noFill/>
        </p:spPr>
        <p:txBody>
          <a:bodyPr wrap="square" lIns="0" tIns="0" rIns="0" bIns="0" anchor="t"/>
          <a:lstStyle/>
          <a:p>
            <a:pPr algn="l">
              <a:lnSpc>
                <a:spcPct val="115000"/>
              </a:lnSpc>
              <a:spcAft>
                <a:spcPts val="0"/>
              </a:spcAft>
            </a:pPr>
            <a:r>
              <a:rPr sz="1400" b="0">
                <a:solidFill>
                  <a:srgbClr val="D9DCE6"/>
                </a:solidFill>
                <a:latin typeface="Ubuntu Light"/>
              </a:rPr>
              <a:t>Steps and selected findings, with no figures, sources or notes. The form sends nothing anywhere; answers come back as a file.</a:t>
            </a:r>
          </a:p>
        </p:txBody>
      </p:sp>
      <p:cxnSp>
        <p:nvCxnSpPr>
          <p:cNvPr id="12" name="Connector 11"/>
          <p:cNvCxnSpPr/>
          <p:nvPr/>
        </p:nvCxnSpPr>
        <p:spPr>
          <a:xfrm>
            <a:off x="603504" y="4983480"/>
            <a:ext cx="10789920" cy="0"/>
          </a:xfrm>
          <a:prstGeom prst="line">
            <a:avLst/>
          </a:prstGeom>
          <a:ln w="9525">
            <a:solidFill>
              <a:srgbClr val="3A426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 y="5138928"/>
            <a:ext cx="10515600" cy="548640"/>
          </a:xfrm>
          <a:prstGeom prst="rect">
            <a:avLst/>
          </a:prstGeom>
          <a:noFill/>
        </p:spPr>
        <p:txBody>
          <a:bodyPr wrap="square" lIns="0" tIns="0" rIns="0" bIns="0" anchor="t"/>
          <a:lstStyle/>
          <a:p>
            <a:pPr algn="l">
              <a:lnSpc>
                <a:spcPct val="115000"/>
              </a:lnSpc>
              <a:spcAft>
                <a:spcPts val="0"/>
              </a:spcAft>
            </a:pPr>
            <a:r>
              <a:rPr sz="1400" b="0">
                <a:solidFill>
                  <a:srgbClr val="D9DCE6"/>
                </a:solidFill>
                <a:latin typeface="Ubuntu Light"/>
              </a:rPr>
              <a:t>Where material includes personal or otherwise regulated data, we agree the handling with your data protection officer before the workshop.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 ask of you before the workshop</a:t>
            </a:r>
          </a:p>
        </p:txBody>
      </p:sp>
      <p:sp>
        <p:nvSpPr>
          <p:cNvPr id="3" name="TextBox 2"/>
          <p:cNvSpPr txBox="1"/>
          <p:nvPr/>
        </p:nvSpPr>
        <p:spPr>
          <a:xfrm>
            <a:off x="603504" y="1078992"/>
            <a:ext cx="8229600" cy="274320"/>
          </a:xfrm>
          <a:prstGeom prst="rect">
            <a:avLst/>
          </a:prstGeom>
          <a:noFill/>
        </p:spPr>
        <p:txBody>
          <a:bodyPr wrap="square" lIns="0" tIns="0" rIns="0" bIns="0" anchor="t"/>
          <a:lstStyle/>
          <a:p>
            <a:pPr algn="l">
              <a:lnSpc>
                <a:spcPct val="115000"/>
              </a:lnSpc>
              <a:spcAft>
                <a:spcPts val="0"/>
              </a:spcAft>
            </a:pPr>
            <a:r>
              <a:rPr sz="1100" b="1" spc="120">
                <a:solidFill>
                  <a:srgbClr val="0058AB"/>
                </a:solidFill>
                <a:latin typeface="Ubuntu"/>
              </a:rPr>
              <a:t>GETTING READY</a:t>
            </a:r>
          </a:p>
        </p:txBody>
      </p:sp>
      <p:sp>
        <p:nvSpPr>
          <p:cNvPr id="4" name="TextBox 3"/>
          <p:cNvSpPr txBox="1"/>
          <p:nvPr/>
        </p:nvSpPr>
        <p:spPr>
          <a:xfrm>
            <a:off x="603504" y="1691640"/>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01</a:t>
            </a:r>
          </a:p>
        </p:txBody>
      </p:sp>
      <p:sp>
        <p:nvSpPr>
          <p:cNvPr id="5" name="TextBox 4"/>
          <p:cNvSpPr txBox="1"/>
          <p:nvPr/>
        </p:nvSpPr>
        <p:spPr>
          <a:xfrm>
            <a:off x="1106424" y="1709928"/>
            <a:ext cx="6172200" cy="490727"/>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A candidate process </a:t>
            </a:r>
            <a:r>
              <a:rPr sz="1400" b="0">
                <a:solidFill>
                  <a:srgbClr val="34343D"/>
                </a:solidFill>
                <a:latin typeface="Ubuntu Light"/>
              </a:rPr>
              <a:t>with a clear start, a clear end and a business owner who wants it improved.</a:t>
            </a:r>
          </a:p>
        </p:txBody>
      </p:sp>
      <p:cxnSp>
        <p:nvCxnSpPr>
          <p:cNvPr id="6" name="Connector 5"/>
          <p:cNvCxnSpPr/>
          <p:nvPr/>
        </p:nvCxnSpPr>
        <p:spPr>
          <a:xfrm>
            <a:off x="603504" y="2319528"/>
            <a:ext cx="66751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2456688"/>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02</a:t>
            </a:r>
          </a:p>
        </p:txBody>
      </p:sp>
      <p:sp>
        <p:nvSpPr>
          <p:cNvPr id="8" name="TextBox 7"/>
          <p:cNvSpPr txBox="1"/>
          <p:nvPr/>
        </p:nvSpPr>
        <p:spPr>
          <a:xfrm>
            <a:off x="1106424" y="2474976"/>
            <a:ext cx="6172200" cy="490727"/>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The right people in the room: </a:t>
            </a:r>
            <a:r>
              <a:rPr sz="1400" b="0">
                <a:solidFill>
                  <a:srgbClr val="34343D"/>
                </a:solidFill>
                <a:latin typeface="Ubuntu Light"/>
              </a:rPr>
              <a:t>those who run the work day to day, and a decision maker for the checkpoint.</a:t>
            </a:r>
          </a:p>
        </p:txBody>
      </p:sp>
      <p:cxnSp>
        <p:nvCxnSpPr>
          <p:cNvPr id="9" name="Connector 8"/>
          <p:cNvCxnSpPr/>
          <p:nvPr/>
        </p:nvCxnSpPr>
        <p:spPr>
          <a:xfrm>
            <a:off x="603504" y="3084576"/>
            <a:ext cx="66751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3221736"/>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03</a:t>
            </a:r>
          </a:p>
        </p:txBody>
      </p:sp>
      <p:sp>
        <p:nvSpPr>
          <p:cNvPr id="11" name="TextBox 10"/>
          <p:cNvSpPr txBox="1"/>
          <p:nvPr/>
        </p:nvSpPr>
        <p:spPr>
          <a:xfrm>
            <a:off x="1106424" y="3240024"/>
            <a:ext cx="6172200" cy="490727"/>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The evidence you already have: </a:t>
            </a:r>
            <a:r>
              <a:rPr sz="1400" b="0">
                <a:solidFill>
                  <a:srgbClr val="34343D"/>
                </a:solidFill>
                <a:latin typeface="Ubuntu Light"/>
              </a:rPr>
              <a:t>procedures, process maps, slides, notes or BPMN files, and a system event log if one is available.</a:t>
            </a:r>
          </a:p>
        </p:txBody>
      </p:sp>
      <p:cxnSp>
        <p:nvCxnSpPr>
          <p:cNvPr id="12" name="Connector 11"/>
          <p:cNvCxnSpPr/>
          <p:nvPr/>
        </p:nvCxnSpPr>
        <p:spPr>
          <a:xfrm>
            <a:off x="603504" y="3849624"/>
            <a:ext cx="6675120" cy="0"/>
          </a:xfrm>
          <a:prstGeom prst="line">
            <a:avLst/>
          </a:prstGeom>
          <a:ln w="9525">
            <a:solidFill>
              <a:srgbClr val="DDDD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 y="3986784"/>
            <a:ext cx="502920" cy="365760"/>
          </a:xfrm>
          <a:prstGeom prst="rect">
            <a:avLst/>
          </a:prstGeom>
          <a:noFill/>
        </p:spPr>
        <p:txBody>
          <a:bodyPr wrap="square" lIns="0" tIns="0" rIns="0" bIns="0" anchor="t"/>
          <a:lstStyle/>
          <a:p>
            <a:pPr algn="l">
              <a:lnSpc>
                <a:spcPct val="115000"/>
              </a:lnSpc>
              <a:spcAft>
                <a:spcPts val="0"/>
              </a:spcAft>
            </a:pPr>
            <a:r>
              <a:rPr sz="1800" b="1">
                <a:solidFill>
                  <a:srgbClr val="0058AB"/>
                </a:solidFill>
                <a:latin typeface="Ubuntu"/>
              </a:rPr>
              <a:t>04</a:t>
            </a:r>
          </a:p>
        </p:txBody>
      </p:sp>
      <p:sp>
        <p:nvSpPr>
          <p:cNvPr id="14" name="TextBox 13"/>
          <p:cNvSpPr txBox="1"/>
          <p:nvPr/>
        </p:nvSpPr>
        <p:spPr>
          <a:xfrm>
            <a:off x="1106424" y="4005072"/>
            <a:ext cx="6172200" cy="490727"/>
          </a:xfrm>
          <a:prstGeom prst="rect">
            <a:avLst/>
          </a:prstGeom>
          <a:noFill/>
        </p:spPr>
        <p:txBody>
          <a:bodyPr wrap="square" lIns="0" tIns="0" rIns="0" bIns="0" anchor="t"/>
          <a:lstStyle/>
          <a:p>
            <a:pPr algn="l">
              <a:lnSpc>
                <a:spcPct val="115000"/>
              </a:lnSpc>
              <a:spcAft>
                <a:spcPts val="0"/>
              </a:spcAft>
            </a:pPr>
            <a:r>
              <a:rPr sz="1400" b="1">
                <a:solidFill>
                  <a:srgbClr val="121A38"/>
                </a:solidFill>
                <a:latin typeface="Ubuntu"/>
              </a:rPr>
              <a:t>Rough figures: </a:t>
            </a:r>
            <a:r>
              <a:rPr sz="1400" b="0">
                <a:solidFill>
                  <a:srgbClr val="34343D"/>
                </a:solidFill>
                <a:latin typeface="Ubuntu Light"/>
              </a:rPr>
              <a:t>volumes, effort, waiting times and costs. Estimates are fine; we label them as assumptions and test which ones matter.</a:t>
            </a:r>
          </a:p>
        </p:txBody>
      </p:sp>
      <p:pic>
        <p:nvPicPr>
          <p:cNvPr id="15" name="Picture 14" descr="team-desk.png"/>
          <p:cNvPicPr>
            <a:picLocks noChangeAspect="1"/>
          </p:cNvPicPr>
          <p:nvPr/>
        </p:nvPicPr>
        <p:blipFill>
          <a:blip r:embed="rId3"/>
          <a:stretch>
            <a:fillRect/>
          </a:stretch>
        </p:blipFill>
        <p:spPr>
          <a:xfrm>
            <a:off x="7726679" y="1828800"/>
            <a:ext cx="3858768" cy="27112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F406-5F01-7F72-5E10-5BF1E7C55A8F}"/>
            </a:ext>
          </a:extLst>
        </p:cNvPr>
        <p:cNvGrpSpPr/>
        <p:nvPr/>
      </p:nvGrpSpPr>
      <p:grpSpPr>
        <a:xfrm>
          <a:off x="0" y="0"/>
          <a:ext cx="0" cy="0"/>
          <a:chOff x="0" y="0"/>
          <a:chExt cx="0" cy="0"/>
        </a:xfrm>
      </p:grpSpPr>
      <p:pic>
        <p:nvPicPr>
          <p:cNvPr id="13" name="Espace réservé pour une image  12" descr="Une image contenant texte, intérieur, personne, Visage humain&#10;&#10;Le contenu généré par l’IA peut être incorrect.">
            <a:extLst>
              <a:ext uri="{FF2B5EF4-FFF2-40B4-BE49-F238E27FC236}">
                <a16:creationId xmlns:a16="http://schemas.microsoft.com/office/drawing/2014/main" id="{FF404145-EE9C-565E-B430-F58CEC62D40F}"/>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p:pic>
      <p:sp>
        <p:nvSpPr>
          <p:cNvPr id="17" name="Text Placeholder 16">
            <a:extLst>
              <a:ext uri="{FF2B5EF4-FFF2-40B4-BE49-F238E27FC236}">
                <a16:creationId xmlns:a16="http://schemas.microsoft.com/office/drawing/2014/main" id="{5CC97F59-01B3-399C-6081-16455E88F5C9}"/>
              </a:ext>
            </a:extLst>
          </p:cNvPr>
          <p:cNvSpPr>
            <a:spLocks noGrp="1"/>
          </p:cNvSpPr>
          <p:nvPr>
            <p:ph type="body" sz="quarter" idx="11"/>
          </p:nvPr>
        </p:nvSpPr>
        <p:spPr/>
        <p:txBody>
          <a:bodyPr/>
          <a:lstStyle/>
          <a:p>
            <a:endParaRPr lang="en-SE"/>
          </a:p>
        </p:txBody>
      </p:sp>
      <p:sp>
        <p:nvSpPr>
          <p:cNvPr id="7" name="Subtitle 6">
            <a:extLst>
              <a:ext uri="{FF2B5EF4-FFF2-40B4-BE49-F238E27FC236}">
                <a16:creationId xmlns:a16="http://schemas.microsoft.com/office/drawing/2014/main" id="{42200AEE-6385-6102-1A54-E4773957E234}"/>
              </a:ext>
            </a:extLst>
          </p:cNvPr>
          <p:cNvSpPr>
            <a:spLocks noGrp="1"/>
          </p:cNvSpPr>
          <p:nvPr>
            <p:ph type="subTitle" idx="1"/>
          </p:nvPr>
        </p:nvSpPr>
        <p:spPr>
          <a:xfrm>
            <a:off x="1218310" y="5041043"/>
            <a:ext cx="3653554" cy="1268277"/>
          </a:xfrm>
        </p:spPr>
        <p:txBody>
          <a:bodyPr/>
          <a:lstStyle/>
          <a:p>
            <a:r>
              <a:rPr lang="en-GB"/>
              <a:t>Choose a candidate process, confirm participants and dates, and share what you have so we can prepare a first model.</a:t>
            </a:r>
          </a:p>
        </p:txBody>
      </p:sp>
      <p:sp>
        <p:nvSpPr>
          <p:cNvPr id="3" name="Title 2">
            <a:extLst>
              <a:ext uri="{FF2B5EF4-FFF2-40B4-BE49-F238E27FC236}">
                <a16:creationId xmlns:a16="http://schemas.microsoft.com/office/drawing/2014/main" id="{542231BA-737F-7346-6270-F8C45D849C61}"/>
              </a:ext>
            </a:extLst>
          </p:cNvPr>
          <p:cNvSpPr>
            <a:spLocks noGrp="1"/>
          </p:cNvSpPr>
          <p:nvPr>
            <p:ph type="title"/>
          </p:nvPr>
        </p:nvSpPr>
        <p:spPr>
          <a:xfrm>
            <a:off x="1218310" y="2589864"/>
            <a:ext cx="3653554" cy="2385604"/>
          </a:xfrm>
        </p:spPr>
        <p:txBody>
          <a:bodyPr/>
          <a:lstStyle/>
          <a:p>
            <a:r>
              <a:rPr lang="en-GB" sz="3200"/>
              <a:t>Which process should we put under the AIxRay?</a:t>
            </a:r>
          </a:p>
        </p:txBody>
      </p:sp>
      <p:pic>
        <p:nvPicPr>
          <p:cNvPr id="4" name="Picture 3" descr="A black background with white letters&#10;&#10;AI-generated content may be incorrect.">
            <a:extLst>
              <a:ext uri="{FF2B5EF4-FFF2-40B4-BE49-F238E27FC236}">
                <a16:creationId xmlns:a16="http://schemas.microsoft.com/office/drawing/2014/main" id="{D7E1173A-D78A-A088-D504-B247DF291E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448" y="3083164"/>
            <a:ext cx="2999656" cy="403640"/>
          </a:xfrm>
          <a:prstGeom prst="rect">
            <a:avLst/>
          </a:prstGeom>
        </p:spPr>
      </p:pic>
    </p:spTree>
    <p:extLst>
      <p:ext uri="{BB962C8B-B14F-4D97-AF65-F5344CB8AC3E}">
        <p14:creationId xmlns:p14="http://schemas.microsoft.com/office/powerpoint/2010/main" val="2337260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04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217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ogeti 2026_Light">
  <a:themeElements>
    <a:clrScheme name="Sogeti-Theme">
      <a:dk1>
        <a:srgbClr val="121A38"/>
      </a:dk1>
      <a:lt1>
        <a:srgbClr val="F5F5F7"/>
      </a:lt1>
      <a:dk2>
        <a:srgbClr val="0058AB"/>
      </a:dk2>
      <a:lt2>
        <a:srgbClr val="FFFFFF"/>
      </a:lt2>
      <a:accent1>
        <a:srgbClr val="1DB8F2"/>
      </a:accent1>
      <a:accent2>
        <a:srgbClr val="121A38"/>
      </a:accent2>
      <a:accent3>
        <a:srgbClr val="00D5D0"/>
      </a:accent3>
      <a:accent4>
        <a:srgbClr val="F53B53"/>
      </a:accent4>
      <a:accent5>
        <a:srgbClr val="FEB100"/>
      </a:accent5>
      <a:accent6>
        <a:srgbClr val="D4D3F1"/>
      </a:accent6>
      <a:hlink>
        <a:srgbClr val="1DB8F2"/>
      </a:hlink>
      <a:folHlink>
        <a:srgbClr val="12151D"/>
      </a:folHlink>
    </a:clrScheme>
    <a:fontScheme name="Sogeti 23">
      <a:majorFont>
        <a:latin typeface="Ubuntu"/>
        <a:ea typeface=""/>
        <a:cs typeface=""/>
      </a:majorFont>
      <a:minorFont>
        <a:latin typeface="Ubuntu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2ABDB"/>
        </a:solidFill>
        <a:ln>
          <a:noFill/>
        </a:ln>
        <a:effectLst/>
      </a:spPr>
      <a:bodyPr rot="0" spcFirstLastPara="0" vertOverflow="overflow" horzOverflow="overflow" vert="horz" wrap="square" lIns="180000" tIns="0" rIns="180000" bIns="36000" numCol="1" spcCol="0" rtlCol="0" fromWordArt="0" anchor="ctr" anchorCtr="0" forceAA="0" compatLnSpc="1">
        <a:prstTxWarp prst="textNoShape">
          <a:avLst/>
        </a:prstTxWarp>
        <a:noAutofit/>
      </a:bodyPr>
      <a:lstStyle>
        <a:defPPr algn="ctr">
          <a:spcAft>
            <a:spcPts val="600"/>
          </a:spcAft>
          <a:buClr>
            <a:srgbClr val="000000">
              <a:lumMod val="75000"/>
              <a:lumOff val="25000"/>
            </a:srgbClr>
          </a:buClr>
          <a:defRPr sz="1900" spc="-20" dirty="0" smtClean="0">
            <a:solidFill>
              <a:schemeClr val="bg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spAutoFit/>
      </a:bodyPr>
      <a:lstStyle>
        <a:defPPr marL="0" indent="0" algn="l">
          <a:spcAft>
            <a:spcPts val="1200"/>
          </a:spcAft>
          <a:buFont typeface="Wingdings" panose="05000000000000000000" pitchFamily="2" charset="2"/>
          <a:buNone/>
          <a:defRPr sz="1900" dirty="0"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 name="Graphite">
      <a:srgbClr val="12151D"/>
    </a:custClr>
  </a:custClrLst>
  <a:extLst>
    <a:ext uri="{05A4C25C-085E-4340-85A3-A5531E510DB2}">
      <thm15:themeFamily xmlns:thm15="http://schemas.microsoft.com/office/thememl/2012/main" name="Sogeti_MS-PowerPoint-Template_V3_logoSeperateAnimation.pptx" id="{2B8052D2-E512-48F3-BC16-11CE2FBAF9C5}" vid="{552F16AA-B343-43C9-92D6-F14DEDCCBEB8}"/>
    </a:ext>
  </a:extLst>
</a:theme>
</file>

<file path=ppt/theme/theme2.xml><?xml version="1.0" encoding="utf-8"?>
<a:theme xmlns:a="http://schemas.openxmlformats.org/drawingml/2006/main" name="Sogeti 2026_Dark">
  <a:themeElements>
    <a:clrScheme name="Sogeti-Theme">
      <a:dk1>
        <a:srgbClr val="121A38"/>
      </a:dk1>
      <a:lt1>
        <a:srgbClr val="F5F5F7"/>
      </a:lt1>
      <a:dk2>
        <a:srgbClr val="0058AB"/>
      </a:dk2>
      <a:lt2>
        <a:srgbClr val="FFFFFF"/>
      </a:lt2>
      <a:accent1>
        <a:srgbClr val="1DB8F2"/>
      </a:accent1>
      <a:accent2>
        <a:srgbClr val="121A38"/>
      </a:accent2>
      <a:accent3>
        <a:srgbClr val="00D5D0"/>
      </a:accent3>
      <a:accent4>
        <a:srgbClr val="F53B53"/>
      </a:accent4>
      <a:accent5>
        <a:srgbClr val="FEB100"/>
      </a:accent5>
      <a:accent6>
        <a:srgbClr val="D4D3F1"/>
      </a:accent6>
      <a:hlink>
        <a:srgbClr val="1DB8F2"/>
      </a:hlink>
      <a:folHlink>
        <a:srgbClr val="12151D"/>
      </a:folHlink>
    </a:clrScheme>
    <a:fontScheme name="Sogeti 23">
      <a:majorFont>
        <a:latin typeface="Ubuntu"/>
        <a:ea typeface=""/>
        <a:cs typeface=""/>
      </a:majorFont>
      <a:minorFont>
        <a:latin typeface="Ubuntu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2ABDB"/>
        </a:solidFill>
        <a:ln>
          <a:noFill/>
        </a:ln>
        <a:effectLst/>
      </a:spPr>
      <a:bodyPr rot="0" spcFirstLastPara="0" vertOverflow="overflow" horzOverflow="overflow" vert="horz" wrap="square" lIns="180000" tIns="0" rIns="180000" bIns="36000" numCol="1" spcCol="0" rtlCol="0" fromWordArt="0" anchor="ctr" anchorCtr="0" forceAA="0" compatLnSpc="1">
        <a:prstTxWarp prst="textNoShape">
          <a:avLst/>
        </a:prstTxWarp>
        <a:noAutofit/>
      </a:bodyPr>
      <a:lstStyle>
        <a:defPPr algn="ctr">
          <a:spcAft>
            <a:spcPts val="600"/>
          </a:spcAft>
          <a:buClr>
            <a:srgbClr val="000000">
              <a:lumMod val="75000"/>
              <a:lumOff val="25000"/>
            </a:srgbClr>
          </a:buClr>
          <a:defRPr sz="1900" spc="-20" dirty="0" smtClean="0">
            <a:solidFill>
              <a:schemeClr val="bg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spAutoFit/>
      </a:bodyPr>
      <a:lstStyle>
        <a:defPPr marL="0" indent="0" algn="l">
          <a:spcAft>
            <a:spcPts val="1200"/>
          </a:spcAft>
          <a:buFont typeface="Wingdings" panose="05000000000000000000" pitchFamily="2" charset="2"/>
          <a:buNone/>
          <a:defRPr sz="1900" dirty="0"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 name="Graphite">
      <a:srgbClr val="12151D"/>
    </a:custClr>
  </a:custClrLst>
  <a:extLst>
    <a:ext uri="{05A4C25C-085E-4340-85A3-A5531E510DB2}">
      <thm15:themeFamily xmlns:thm15="http://schemas.microsoft.com/office/thememl/2012/main" name="Sogeti_MS-PowerPoint-Template_V3_logoSeperateAnimation.pptx" id="{2B8052D2-E512-48F3-BC16-11CE2FBAF9C5}" vid="{552F16AA-B343-43C9-92D6-F14DEDCCBEB8}"/>
    </a:ext>
  </a:extLst>
</a:theme>
</file>

<file path=ppt/theme/theme3.xml><?xml version="1.0" encoding="utf-8"?>
<a:theme xmlns:a="http://schemas.openxmlformats.org/drawingml/2006/main" name="Sogeti 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OGETI Template_2018_v3" id="{7278A2AE-4223-442C-A0C5-E45FABBA1215}" vid="{F7E055ED-6AB1-43F9-BF77-7175F72F91ED}"/>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71196E40931942830BFDDB94AE13F8" ma:contentTypeVersion="15" ma:contentTypeDescription="Create a new document." ma:contentTypeScope="" ma:versionID="f97d50e1c853f1d1f83a26faa8a214f4">
  <xsd:schema xmlns:xsd="http://www.w3.org/2001/XMLSchema" xmlns:xs="http://www.w3.org/2001/XMLSchema" xmlns:p="http://schemas.microsoft.com/office/2006/metadata/properties" xmlns:ns2="83050182-b873-4672-9a1b-b0f51f0967db" xmlns:ns3="dcb1f46c-554c-4f9a-a231-e77cdabce713" targetNamespace="http://schemas.microsoft.com/office/2006/metadata/properties" ma:root="true" ma:fieldsID="ab3898c6416065fc7f5641f96368d0be" ns2:_="" ns3:_="">
    <xsd:import namespace="83050182-b873-4672-9a1b-b0f51f0967db"/>
    <xsd:import namespace="dcb1f46c-554c-4f9a-a231-e77cdabce7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050182-b873-4672-9a1b-b0f51f0967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cb1f46c-554c-4f9a-a231-e77cdabce71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dde09b5-ac5c-484b-91c0-dd701e303d2a}" ma:internalName="TaxCatchAll" ma:showField="CatchAllData" ma:web="dcb1f46c-554c-4f9a-a231-e77cdabce7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3050182-b873-4672-9a1b-b0f51f0967db">
      <Terms xmlns="http://schemas.microsoft.com/office/infopath/2007/PartnerControls"/>
    </lcf76f155ced4ddcb4097134ff3c332f>
    <TaxCatchAll xmlns="dcb1f46c-554c-4f9a-a231-e77cdabce713" xsi:nil="true"/>
  </documentManagement>
</p:properties>
</file>

<file path=customXml/itemProps1.xml><?xml version="1.0" encoding="utf-8"?>
<ds:datastoreItem xmlns:ds="http://schemas.openxmlformats.org/officeDocument/2006/customXml" ds:itemID="{5A34CBBF-6432-4C20-8F02-E6A8B59BB9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050182-b873-4672-9a1b-b0f51f0967db"/>
    <ds:schemaRef ds:uri="dcb1f46c-554c-4f9a-a231-e77cdabce7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805D11-91E0-499C-A73A-CA21676CF8F7}">
  <ds:schemaRefs>
    <ds:schemaRef ds:uri="http://schemas.microsoft.com/sharepoint/v3/contenttype/forms"/>
  </ds:schemaRefs>
</ds:datastoreItem>
</file>

<file path=customXml/itemProps3.xml><?xml version="1.0" encoding="utf-8"?>
<ds:datastoreItem xmlns:ds="http://schemas.openxmlformats.org/officeDocument/2006/customXml" ds:itemID="{5899F27E-93CF-4F69-958C-2A78BA68C951}">
  <ds:schemaRefs>
    <ds:schemaRef ds:uri="03c1fa51-d1a7-4921-9bfb-3632556930d6"/>
    <ds:schemaRef ds:uri="45782e25-0d3f-47e3-9c52-f378731b814a"/>
    <ds:schemaRef ds:uri="54cec3fd-216b-40c2-ae51-ae6d54bf7932"/>
    <ds:schemaRef ds:uri="69bf1f1d-093b-4aa0-9c3b-d4668e0adc0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9eb355f4-d292-4577-9585-71c05cf71cce"/>
    <ds:schemaRef ds:uri="5ef559a9-0d22-4d7f-9025-f4ff14190db5"/>
    <ds:schemaRef ds:uri="83050182-b873-4672-9a1b-b0f51f0967db"/>
    <ds:schemaRef ds:uri="dcb1f46c-554c-4f9a-a231-e77cdabce713"/>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399</TotalTime>
  <Words>3969</Words>
  <Application>Microsoft Office PowerPoint</Application>
  <PresentationFormat>Widescreen</PresentationFormat>
  <Paragraphs>300</Paragraphs>
  <Slides>18</Slides>
  <Notes>18</Notes>
  <HiddenSlides>1</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18</vt:i4>
      </vt:variant>
    </vt:vector>
  </HeadingPairs>
  <TitlesOfParts>
    <vt:vector size="31" baseType="lpstr">
      <vt:lpstr>Ubuntu</vt:lpstr>
      <vt:lpstr>Ubuntu Mono</vt:lpstr>
      <vt:lpstr>Verdana</vt:lpstr>
      <vt:lpstr>Wingdings</vt:lpstr>
      <vt:lpstr>Ubuntu bold</vt:lpstr>
      <vt:lpstr>Symbol</vt:lpstr>
      <vt:lpstr>Arial</vt:lpstr>
      <vt:lpstr>Ubuntu Light</vt:lpstr>
      <vt:lpstr>Calibri</vt:lpstr>
      <vt:lpstr>Sogeti 2026_Light</vt:lpstr>
      <vt:lpstr>Sogeti 2026_Dark</vt:lpstr>
      <vt:lpstr>Sogeti Content Layouts</vt:lpstr>
      <vt:lpstr>Custom Design</vt:lpstr>
      <vt:lpstr>See the process. Reimagine the possibilities.</vt:lpstr>
      <vt:lpstr>One shared view of a process turns AI ideas into decisions</vt:lpstr>
      <vt:lpstr>AI ideas need a real process to land in</vt:lpstr>
      <vt:lpstr>AIxRay: See the process. Reimagine the possibilities.</vt:lpstr>
      <vt:lpstr>AIxRay is a workbench for process workshops</vt:lpstr>
      <vt:lpstr>One model carries the work from understanding to evaluation</vt:lpstr>
      <vt:lpstr>Agree how the work runs today</vt:lpstr>
      <vt:lpstr>Design the future process against a locked baseline</vt:lpstr>
      <vt:lpstr>Every AI step is designed with its controls</vt:lpstr>
      <vt:lpstr>Directional estimates you can check line by line</vt:lpstr>
      <vt:lpstr>From a list of findings to a plan in waves</vt:lpstr>
      <vt:lpstr>Add measured data when you have it</vt:lpstr>
      <vt:lpstr>What you take away from the Jump Start</vt:lpstr>
      <vt:lpstr>Your material stays under your control</vt:lpstr>
      <vt:lpstr>What we ask of you before the workshop</vt:lpstr>
      <vt:lpstr>Which process should we put under the AIxRay?</vt:lpstr>
      <vt:lpstr>PowerPoint Presentation</vt:lpstr>
      <vt:lpstr>PowerPoint Presentation</vt:lpstr>
    </vt:vector>
  </TitlesOfParts>
  <Manager>Paul Saunders</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AIxRay in your Jump Start workshop</dc:title>
  <dc:subject>PowerPoint template 2023</dc:subject>
  <dc:creator>Sogeti</dc:creator>
  <cp:lastModifiedBy>Otey, Jo</cp:lastModifiedBy>
  <cp:revision>7</cp:revision>
  <cp:lastPrinted>2023-09-09T15:07:31Z</cp:lastPrinted>
  <dcterms:created xsi:type="dcterms:W3CDTF">2023-09-26T11:09:39Z</dcterms:created>
  <dcterms:modified xsi:type="dcterms:W3CDTF">2026-10-19T18:39:45Z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0x010100C571196E40931942830BFDDB94AE13F8</vt:lpwstr>
  </property>
  <property fmtid="{D5CDD505-2E9C-101B-9397-08002B2CF9AE}" pid="3" name="MediaServiceImageTags">
    <vt:lpwstr/>
  </property>
</Properties>
</file>